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안녕하세요, TeamB입니다. 저희가 만든 ZETEO는 라이어 게임인 척하는 게임입니다. 다섯 명이 모이는데 그중 하나는 사람이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[0:15–0:30] 순서는 이렇습니다. 다섯 번째 핵심 코드 리뷰가 몸통이고, 네 명이 각자 자기가 푼 문제를 하나씩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[0:30–1:00] 네 명이 각자 한 덩어리씩 가져갔습니다. 파일 단위로 소유자를 정해서, 같은 파일을 두 사람이 고치는 일이 없게 했습니다. 그 결과 마지막 병합 충돌이 0건이었습니다.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[1:00–1:25] 저희가 본 불편은 세 가지였습니다. 사회자, 인원, 설치. 셋 다 게임이 재미없어서가 아니라 판이 서지 않아서 생기는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[1:25–1:55] 페르소나는 이서준입니다. 이 사람의 세 가지 요구를 그대로 세 기능으로 옮겼습니다 — 자동 진행, 봇 참가자, 무설치 세션.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[1:55–2:20] 웹 무설치도, 방코드도 이미 있습니다. 저희만 채운 칸은 마지막 줄입니다. AI가 제시어를 만드는 게 아니라, 참가자석에 앉아 대화하고 투표합니다. 그리고 게임이 끝나면 진짜 목적이 드러납니다.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[2:20–2:50] 한 판은 열 단계입니다. 앞의 일곱은 평범한 라이어 게임이고, 8번이 저희가 만들고 싶었던 화면입니다. 두 결과는 서로 독립이라 게임은 져도 봇은 맞출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[미정] 시스템 설계도 확정 후 채울 것. 대사도 함께 작성 필요. 예상 25초.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[2:50–3:05] 코드 리뷰는 네 개의 질문으로 나눴습니다. 각자 맥락과 문제, 고려한 대안, 선택과 근거, 효과 순으로 말씀드립니다. 먼저 Q2입니다.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[3:05–3:25] 저는 게임 화면을 맡았습니다. 페이즈가 여덟인데 화면도 여덟이었습니다. switch로 통째로 갈아끼우니 채팅이 매번 새로 마운트돼서 스크롤과 입력하던 글이 사라졌습니다. 그리고 잠금 조건이 화면마다 따로 박혀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[3:25–3:45] 세 가지를 놓고 봤습니다. A는 URL이 두 번째 진실이 돼서 뺐고, B는 문제의 절반만 풀어서 뺐습니다. 판단 기준은 하나였습니다 — 화면 상태를 몇 군데서 결정하느냐.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[3:45–4:05] 여덟 개를 늘어놓고 비교했더니 실제로 다른 건 네 가지뿐이었습니다. 그래서 페이즈를 화면이 아니라 네 축의 값으로 해석하는 순수 함수 하나를 두고, 화면은 하나만 남겼습니다. 서버 상태가 유일한 진실이고 화면은 그 함수입니다.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[4:05–4:25] 결과는 셋입니다. return이 13개에서 5개로 줄었고, 채팅이 상주하니 흐름이 끊기지 않습니다. 덤으로 모바일 렉도 잡았는데, 원인은 이벤트 하나당 메시지 전체를 다시 그리던 것이었습니다. PC에서는 안 보이던 문제였습니다.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[각 1분] 담당자 자료 수령 후 ㄱ/ㄴ/ㄷ/ㄹ 4장으로 확장. 이 장은 자리표시용.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[각 1분] 담당자 자료 수령 후 ㄱ/ㄴ/ㄷ/ㄹ 4장으로 확장. 이 장은 자리표시용.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[각 1분] 담당자 자료 수령 후 ㄱ/ㄴ/ㄷ/ㄹ 4장으로 확장. 이 장은 자리표시용.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4분 — 발표 시간과 별도] 라이브 진행. 실패 시 녹화본으로 즉시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30초] 활용은 네 갈래입니다. 새로 만들 것이 아니라 지금 구조를 어디에 두느냐입니다.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30초] 사업성은 한 장으로 말씀드립니다. 지금 트래픽이 없는 단계에서 실행 가능한 건 애드센스뿐입니다. 인트로 화면에만 붙이고 게임 화면에는 넣지 않습니다. 애드블록에는 안 보인다는 한계도 알고 있고, 그래서 광고 제거 유료화는 기각했습니다. 부수적으로는 영어 버전 동시 런칭을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25초] 기대 효과는 네 층입니다. 사용자에게는 판이 서고, 서비스로는 AI가 참가자석에 앉는 형태이고, 팀에게는 실시간·격리·LLM 제어를 한 번에 붙여 본 경험이 남았습니다.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25초] 기획 v1.0은 봇 여러 명이 섞인 마피아였습니다. 4주 안에 끝낼 수 있는 크기로 두 번 덜어내서 지금 형태가 됐습니다. 덜어낸 자리에 실측과 배포가 들어왔습니다.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35초] 마지막으로 각자 남은 한 줄입니다. 공통으로는, 오프라인에서 저절로 지켜지던 규칙이 코드로 옮기면 전부 “어떻게 강제하지”가 된다는 것이었습니다.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[마무리]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ZETEO  ·  최종 발표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50392" y="169164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 게임 속에 숨은</a:t>
            </a:r>
            <a:endParaRPr lang="en-US" sz="4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하나의 봇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50392" y="4114800"/>
            <a:ext cx="1371600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2026. 09. 08.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TeamB   박진 · 이현우 · 유민성 · 김정현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641080" y="1965960"/>
            <a:ext cx="2651760" cy="2651760"/>
          </a:xfrm>
          <a:prstGeom prst="ellipse">
            <a:avLst/>
          </a:prstGeom>
          <a:ln w="25400">
            <a:solidFill>
              <a:srgbClr val="4A14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41080" y="19659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96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4846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중 하나는 사람이 아닙니다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섹션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8분 · 시연 4분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139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6883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소개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30540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맡았나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0392" y="33649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4042" y="2139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454042" y="26883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54042" y="30540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불편에서 시작했나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54042" y="33649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57693" y="2139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057693" y="26883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시나리오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57693" y="30540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판이 어떻게 흐르나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57693" y="33649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" y="35112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" y="40599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설계도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44256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무엇과 이야기하나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" y="47365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54042" y="35112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454042" y="40599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리뷰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454042" y="44256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질문과 그 답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54042" y="47365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57693" y="35112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8057693" y="40599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057693" y="44256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한 판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57693" y="47365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" y="48828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" y="54315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방안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" y="57972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쓰이나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0392" y="61081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54042" y="48828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4454042" y="54315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4454042" y="57972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남았나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454042" y="61081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57693" y="48828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8057693" y="5431536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히스토리 · 결론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057693" y="5797296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알게 됐나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57693" y="6108192"/>
            <a:ext cx="3283610" cy="10973"/>
          </a:xfrm>
          <a:prstGeom prst="rect">
            <a:avLst/>
          </a:prstGeom>
          <a:solidFill>
            <a:srgbClr val="DCDCD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소개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TeamB · 4명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 단독 소유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2416988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2139696"/>
            <a:ext cx="2416988" cy="82296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213969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139696"/>
            <a:ext cx="14111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3163824"/>
            <a:ext cx="1978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· 프론트 기반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529584"/>
            <a:ext cx="19780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토큰 · 공용 컴포넌트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/ 대기실 / 결과 / 설문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화면 방어 설계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담당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41700" y="2139696"/>
            <a:ext cx="2416988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1700" y="2139696"/>
            <a:ext cx="2416988" cy="82296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61156" y="213969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318940" y="2139696"/>
            <a:ext cx="14111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이현우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761156" y="3163824"/>
            <a:ext cx="1978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· 게임 화면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61156" y="3529584"/>
            <a:ext cx="19780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페이즈를 한 화면으로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· 투표 · 팝업 4종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렌더 최적화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담당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3008" y="2139696"/>
            <a:ext cx="2416988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2139696"/>
            <a:ext cx="2416988" cy="82296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2464" y="213969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010248" y="2139696"/>
            <a:ext cx="14111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유민성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52464" y="3163824"/>
            <a:ext cx="1978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서버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52464" y="3529584"/>
            <a:ext cx="19780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 상태 · 방 생명주기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view.ts 정보 격리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 적재 · Railway 배포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담당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24315" y="2139696"/>
            <a:ext cx="2416988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24315" y="2139696"/>
            <a:ext cx="2416988" cy="82296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3771" y="213969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701555" y="2139696"/>
            <a:ext cx="14111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김정현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143771" y="3163824"/>
            <a:ext cx="1978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엔진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43771" y="3529584"/>
            <a:ext cx="19780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→ 생성 → 검사 → 출력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 규칙 · 무브 목록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설계 · 실측 튜닝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담당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50392" y="571500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소유권을 파트별로 나눴습니다 — 마지막 병합 충돌 0건.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02 · 기획 배경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넷이 모여도, 판이 서지 않습니다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— 문제 정의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페인포인트 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27685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993392" y="2258568"/>
            <a:ext cx="93479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사회자가 있어야 합니다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993392" y="2752344"/>
            <a:ext cx="9347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제시어를 나눠주고 순서를 돌리는 한 명은, 그 판을 못 합니다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" y="3236976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" y="3511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993392" y="3493008"/>
            <a:ext cx="93479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인원이 맞아야 합니다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1993392" y="3986784"/>
            <a:ext cx="9347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넷이 필요한데 셋이면 판 자체가 무산됩니다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392" y="4471416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" y="47457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993392" y="4727448"/>
            <a:ext cx="93479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가입이 있습니다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1993392" y="5221224"/>
            <a:ext cx="9347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놀자고 앱을 깔지는 않습니다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0392" y="5705856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" y="6035040"/>
            <a:ext cx="104909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오프라인에서는 저절로 지켜지던 것들입니다. 웹으로 옮기면 전부 “누가 하지?”가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02 · 기획 배경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페르소나와 User Story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— 타겟 사용자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→ 기능 대응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4114800" cy="365760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4505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98064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이서준 · 24 · 대학생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236976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2~3회 디스코드에서 친구 셋과 논다.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 하고 금방 다른 걸 켠다.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968496"/>
            <a:ext cx="32004" cy="1417320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80744" y="3968496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“넷이 모였는데 라이어게임을 하려면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명은 사회자를 봐야 해요.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그러다 결국 그냥 다른 걸 켜요.”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22392" y="2139696"/>
            <a:ext cx="591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22392" y="2596896"/>
            <a:ext cx="5918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“나는 사회자 없이 바로 시작하고 싶다”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22392" y="3008376"/>
            <a:ext cx="5918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제시어 배정 · 순서 · 타이머 · 투표를 서버가 진행합니다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22392" y="3493008"/>
            <a:ext cx="5918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22392" y="3694176"/>
            <a:ext cx="5918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“나는 인원이 모자라도 판을 세우고 싶다”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22392" y="4105656"/>
            <a:ext cx="5918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봇이 실제 참가자로 자리를 채우고, 대화하고, 투표합니다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22392" y="4590288"/>
            <a:ext cx="5918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22392" y="4791456"/>
            <a:ext cx="5918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“나는 설치 없이 링크로 들어가고 싶다”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422392" y="5202936"/>
            <a:ext cx="5918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웹 · 방코드 · 계정 없음 — 세션이 끝나면 아무것도 남지 않습니다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22392" y="5687568"/>
            <a:ext cx="5918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22392" y="5888736"/>
            <a:ext cx="59189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문장이 그대로 세 기능이 됐습니다.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02 · 기획 배경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서비스가 채우지 못한 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— 차별화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구도 비교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1396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항목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71032" y="21396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88552" y="2139696"/>
            <a:ext cx="25356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ZETEO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" y="2596896"/>
            <a:ext cx="10490911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" y="27066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무설치 접속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71032" y="27066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88552" y="2706624"/>
            <a:ext cx="2261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" y="3273552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" y="33649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방코드 공유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88552" y="3364992"/>
            <a:ext cx="2261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" y="3931920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" y="40233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제시어를 생성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971032" y="4023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988552" y="4023360"/>
            <a:ext cx="2261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0392" y="4590288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" y="4645152"/>
            <a:ext cx="10490911" cy="64008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69848" y="46817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참가자로 대화하고 투표한다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971032" y="4681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범위 내 없음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988552" y="4681728"/>
            <a:ext cx="2261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" y="5806440"/>
            <a:ext cx="104909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게임이 끝나면 두 번째 질문이 열립니다 — 이 중 누가 사람이 아니었나.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판은 이렇게 흐릅니다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시나리오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10단계 · 약 8분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2860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6517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입장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0358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· 방코드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88808" y="21396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71688" y="22860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71688" y="26517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배정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171688" y="30358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주제는 공개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제시어는 라이어만 모름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7224" y="21396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0104" y="22860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10104" y="26517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묘사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10104" y="30358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턴제 한 바퀴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자유채팅 차단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5640" y="21396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48520" y="22860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48520" y="26517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+ 투표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48520" y="30358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진행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수만 공개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04055" y="21396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6935" y="22860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586935" y="26517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최후 변론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86935" y="30358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지목자 해명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질문 가능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" y="39684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" y="41148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44805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생사 투표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33272" y="48646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제외 과반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988808" y="39684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71688" y="41148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171688" y="44805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공개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171688" y="48646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라이어면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제시어 추측 1회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127224" y="3968496"/>
            <a:ext cx="1937248" cy="1572768"/>
          </a:xfrm>
          <a:prstGeom prst="rect">
            <a:avLst/>
          </a:prstGeom>
          <a:solidFill>
            <a:srgbClr val="160607"/>
          </a:solidFill>
          <a:ln w="22225">
            <a:solidFill>
              <a:srgbClr val="FF27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10104" y="41148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310104" y="44805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지목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310104" y="48646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투표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진짜 목적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265640" y="39684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48520" y="41148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448520" y="44805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448520" y="48646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결과를 나란히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404055" y="3968496"/>
            <a:ext cx="1937248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86935" y="4114800"/>
            <a:ext cx="157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9586935" y="4480560"/>
            <a:ext cx="157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9586935" y="4864608"/>
            <a:ext cx="157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봇이라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생각했나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50392" y="5989320"/>
            <a:ext cx="104909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 게임의 승패와 봇 색출은 완전히 독립입니다 — “게임은 졌지만 봇은 맞췄다”가 정상 상태입니다.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설계도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구성도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· 서버 · LLM · DB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10490911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50392" y="3739896"/>
            <a:ext cx="104909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4B4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설계도 삽입 영역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4197096"/>
            <a:ext cx="104909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 이미지 또는 도형으로 교체 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6126480"/>
            <a:ext cx="104909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자리만 잡아둔 페이지입니다 — 구성도 확정 후 채웁니다.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50392" y="1600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리뷰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50392" y="2788920"/>
            <a:ext cx="1371600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" y="31089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코드로 옮기는 순간,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“어떻게 강제하지?”가 됐습니다.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하나씩 답했습니다.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2984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7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298448"/>
            <a:ext cx="4574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봇이 사람처럼 보이게 할 수 있는가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810512"/>
            <a:ext cx="4574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7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· 김정현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304288"/>
            <a:ext cx="5397703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0" name="Shape 8"/>
          <p:cNvSpPr/>
          <p:nvPr/>
        </p:nvSpPr>
        <p:spPr>
          <a:xfrm>
            <a:off x="5687568" y="2368296"/>
            <a:ext cx="5653735" cy="1060704"/>
          </a:xfrm>
          <a:prstGeom prst="rect">
            <a:avLst/>
          </a:prstGeom>
          <a:solidFill>
            <a:srgbClr val="1F0A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25146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514600"/>
            <a:ext cx="4574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개의 화면을 하나의 페이지에 담을 수 있는가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26664"/>
            <a:ext cx="4574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· 이현우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520440"/>
            <a:ext cx="5397703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37307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7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730752"/>
            <a:ext cx="4574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무엇을 보내든 화면이 죽지 않게 할 수 있는가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242816"/>
            <a:ext cx="4574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7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· 박진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4736592"/>
            <a:ext cx="5397703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49469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7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946904"/>
            <a:ext cx="4574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도구를 열어도 정보 유출을 막을 수 있는가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5458968"/>
            <a:ext cx="4574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7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유민성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· 프론트 이현우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개의 화면을 하나의 페이지에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 맥락과 문제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풀어야 했나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13969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판에 페이즈가 여덟,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화면도 여덟이었습니다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50392" y="3410712"/>
            <a:ext cx="109728" cy="109728"/>
          </a:xfrm>
          <a:prstGeom prst="rect">
            <a:avLst/>
          </a:prstGeom>
          <a:solidFill>
            <a:srgbClr val="C216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82696"/>
            <a:ext cx="5376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페이즈마다 컴포넌트를 하나씩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두고 switch로 통째로 갈아끼웠습니다.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50392" y="4325112"/>
            <a:ext cx="109728" cy="109728"/>
          </a:xfrm>
          <a:prstGeom prst="rect">
            <a:avLst/>
          </a:prstGeom>
          <a:solidFill>
            <a:srgbClr val="C216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197096"/>
            <a:ext cx="5376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교체되니 채팅이 매번 새로 마운트됩니다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스크롤 위치와 입력하던 글이 사라집니다.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50392" y="5239512"/>
            <a:ext cx="109728" cy="109728"/>
          </a:xfrm>
          <a:prstGeom prst="rect">
            <a:avLst/>
          </a:prstGeom>
          <a:solidFill>
            <a:srgbClr val="C216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111496"/>
            <a:ext cx="5376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조건을 여덟 곳에 각자 박아뒀습니다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곳만 고치면 나머지가 어긋납니다.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" y="60258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 이어가야 하는 게임인데, 단계가 넘어갈 때마다 화면이 끊겼습니다.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931152" y="2139696"/>
            <a:ext cx="4410151" cy="4023360"/>
          </a:xfrm>
          <a:prstGeom prst="rect">
            <a:avLst/>
          </a:prstGeom>
          <a:solidFill>
            <a:srgbClr val="1F0A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7184" y="2322576"/>
            <a:ext cx="38980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 GameScreen.tsx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2670048"/>
            <a:ext cx="3898087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(state.phase) {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'roleReveal':   return &lt;RoleReveal /&gt;;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'describe':     return &lt;Describe /&gt;;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'debate':       return &lt;Debate /&gt;;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'finalDefense': return &lt;FinalDefense /&gt;;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'lifeVote':     return &lt;LifeVote /&gt;;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'reveal':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'guessWord':    return &lt;Reveal /&gt;;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Debate.tsx       &lt;Chat locked={false} /&gt;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FinalDefense.tsx &lt;Chat locked={true}  /&gt;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LifeVote.tsx     &lt;Chat locked={true}  /&gt;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↑ 같은 조건이 화면마다 따로 박혀 있다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· 프론트 이현우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고려한 세 가지 안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 대안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빼고 무엇을 남겼나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3283610" cy="3566160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4712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B4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082442" y="2395728"/>
            <a:ext cx="77724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2916936"/>
            <a:ext cx="2734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react-router로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페이즈마다 URL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" y="4014216"/>
            <a:ext cx="27349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URL이 또 하나의 진실이 됩니다. 서버 상태와 두 출처를 계속 맞춰야 하고, 새로고침·뒤로가기가 진행 중인 판을 깹니다.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54042" y="2139696"/>
            <a:ext cx="3283610" cy="3566160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8362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B4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86093" y="2395728"/>
            <a:ext cx="77724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28362" y="2916936"/>
            <a:ext cx="2734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컴포넌트는 두고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채팅만 위로 올리기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728362" y="4014216"/>
            <a:ext cx="27349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채팅은 살아남지만 잠금·투표패널 조건은 여전히 여덟 곳에 흩어져 있습니다. 문제의 절반만 푸는 안이었습니다.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57693" y="2139696"/>
            <a:ext cx="3283610" cy="3566160"/>
          </a:xfrm>
          <a:prstGeom prst="rect">
            <a:avLst/>
          </a:prstGeom>
          <a:solidFill>
            <a:srgbClr val="160607"/>
          </a:solidFill>
          <a:ln w="22225">
            <a:solidFill>
              <a:srgbClr val="FF27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2013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0289743" y="2395728"/>
            <a:ext cx="777240" cy="329184"/>
          </a:xfrm>
          <a:prstGeom prst="rect">
            <a:avLst/>
          </a:prstGeom>
          <a:solidFill>
            <a:srgbClr val="FF2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060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32013" y="2916936"/>
            <a:ext cx="2734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하나,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페이즈는 값으로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32013" y="4014216"/>
            <a:ext cx="27349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상태 하나만 믿으면 됩니다. 페이즈가 바뀌어도 화면은 그대로 있고, 조건은 한 곳에 모입니다.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" y="5934456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안의 차이는 결국 하나였습니다 — 화면의 상태를 몇 군데서 결정하는가.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· 프론트 이현우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개인데, 달랐던 건 네 가지뿐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 선택과 근거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구조인가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2458136" cy="841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4984" y="2139696"/>
            <a:ext cx="2128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채팅을 잠글 것인가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527984" y="2139696"/>
            <a:ext cx="2458136" cy="841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92576" y="2139696"/>
            <a:ext cx="2128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패널을 켤 것인가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05576" y="2139696"/>
            <a:ext cx="2458136" cy="841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0168" y="2139696"/>
            <a:ext cx="2128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 배너를 띄울 것인가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883167" y="2139696"/>
            <a:ext cx="2458136" cy="841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47759" y="2139696"/>
            <a:ext cx="2128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문구는 무엇인가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099816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 페이즈를 화면이 아니라 “네 축의 값”으로 해석하는 순수 함수 하나에 모았습니다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0392" y="3557016"/>
            <a:ext cx="5943600" cy="2468880"/>
          </a:xfrm>
          <a:prstGeom prst="rect">
            <a:avLst/>
          </a:prstGeom>
          <a:solidFill>
            <a:srgbClr val="1F0A0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06424" y="3739896"/>
            <a:ext cx="5431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 GameScreen.tsx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" y="4087368"/>
            <a:ext cx="543153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modalInfo = modalFor(state, onEvent);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↑ 어느 팝업을 띄울지, 입력을 잠글지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판단은 여기 한 곳에서만 한다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&lt;MainScreen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state={state}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blocked={modalInfo !== null}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3B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modal={modal} /&gt;;   // 화면 1개 = return 1개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3557016"/>
            <a:ext cx="41358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상태가 유일한 진실입니다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867912"/>
            <a:ext cx="41358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그 상태를 받아 그리는 함수일 뿐이라, 맞출 출처가 하나뿐입니다.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379976"/>
            <a:ext cx="41358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한 곳에 모입니다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690872"/>
            <a:ext cx="41358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규칙을 바꿀 때 고칠 곳이 여덟 군데에서 한 군데가 됐습니다.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5202936"/>
            <a:ext cx="41358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페이즈가 늘어도 return은 늘지 않습니다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5513832"/>
            <a:ext cx="41358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단계는 화면이 아니라 modalFor의 분기 하나로 붙습니다.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· 프론트 이현우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무엇이 달라졌나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 효과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측정한 것만 적었습니다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3283610" cy="17830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06424" y="2368296"/>
            <a:ext cx="2771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→ 5개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" y="303580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GameScreen.tsx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" y="3346704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페이즈마다 하나 → 채팅 상주 + 팝업 4종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4042" y="2139696"/>
            <a:ext cx="3283610" cy="17830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10074" y="2368296"/>
            <a:ext cx="2771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→ 넷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710074" y="303580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달랐던 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10074" y="3346704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세는 대신 무엇이 다른지를 셌습니다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57693" y="2139696"/>
            <a:ext cx="3283610" cy="17830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3725" y="2368296"/>
            <a:ext cx="2771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끊김 → 유지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313725" y="303580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스크롤 · 입력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13725" y="3346704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페이즈가 넘어가도 채팅이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마운트되지 않습니다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" y="4197096"/>
            <a:ext cx="10490911" cy="169164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16152" y="44256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덤으로 잡힌 것 — 진짜 폰은 달랐습니다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16152" y="483717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창을 줄여 만든 모바일에서는 의도대로 동작했습니다.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배포하고 실제 폰으로 하자, 대화가 쌓일수록 채팅 입력이 밀렸습니다.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4256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하나당 메시지 전체를 다시 그리고 있었습니다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8371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투표함 · 봇이 말함 · 페이즈가 넘어감 — 모든 이벤트마다 목록 전체를 다시 그렸습니다.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PC는 여유로 흡수했고 모바일에서는 그대로 렉이 됐습니다. 측정한 뒤에야 손댔습니다.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· 봇 김정현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봇이 사람처럼 보이게 할 수 있는가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수령 후 4장으로 확장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· ㄴ · ㄷ · 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51560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 맥락과 문제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뭘 풀어야 했나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문제였나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7984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729152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 대안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29152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뭐뭐 고려했나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고른 건 왜 뺐나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5576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406744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 선택과 근거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6744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기술 · 구조인가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3167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084335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 효과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84335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달라졌나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4105656"/>
            <a:ext cx="10490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가지고 있는 재료 (중간발표 기준)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" y="461772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06424" y="451713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shouldWaitForOthers · 확률 5개 — 혼자 도배하던 문제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0392" y="512064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06424" y="502005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 규칙 12개 · 무브 목록 7종 · 검사 4종(leaksWord / looksInvalid / isEcho / secretRule)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0392" y="562356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06424" y="552297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humanDelay · 문장 끊어 보내기 · 라벨 떼기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0392" y="612648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06424" y="602589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트러블슈팅: 최후변론에서 한 단어를 세 번 — “우리가 준 조건의 유일한 최적해” → isEcho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· 프론트 박진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무엇을 보내든 화면이 죽지 않게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수령 후 4장으로 확장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· ㄴ · ㄷ · 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51560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 맥락과 문제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뭘 풀어야 했나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문제였나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7984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729152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 대안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29152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뭐뭐 고려했나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고른 건 왜 뺐나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5576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406744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 선택과 근거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6744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기술 · 구조인가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3167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084335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 효과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84335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달라졌나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4105656"/>
            <a:ext cx="10490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가지고 있는 재료 (중간발표 기준)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" y="461772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06424" y="451713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tokens.css — 색 7 · 간격 2 · radius 1 · font 1 = 이름 11개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0392" y="512064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06424" y="502005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컴포넌트 Button · Avatar · Modal · avatarInitial / 내 화면 넷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0392" y="562356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06424" y="552297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game.css가 리터럴 없이 이 토큰만 참조 — “값은 바꿔도 되고, 이름은 계약이다”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0392" y="612648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06424" y="602589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트러블슈팅: 필드 하나가 빠져 흰 화면 → 진입점 검사 + 최상위 ErrorBoundary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· 백엔드 유민성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도구를 열어도 유출을 막을 수 있는가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수령 후 4장으로 확장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· ㄴ · ㄷ · 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51560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 맥락과 문제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뭘 풀어야 했나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문제였나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7984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729152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 대안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29152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뭐뭐 고려했나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고른 건 왜 뺐나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5576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406744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 선택과 근거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6744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기술 · 구조인가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3167" y="2139696"/>
            <a:ext cx="245813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084335" y="2368296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 효과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84335" y="2779776"/>
            <a:ext cx="205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달라졌나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4105656"/>
            <a:ext cx="10490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가지고 있는 재료 (중간발표 기준)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" y="461772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06424" y="451713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view.ts — buildGameStateFor(room, playerId) : 같은 방인데 사람마다 다른 결과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0392" y="512064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06424" y="502005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5명이면 이 함수를 5번 돌린다 — 안 보내니까 애초에 샐 것이 없다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0392" y="562356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06424" y="552297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트러블슈팅: 공개 조건을 phase === 'result'로 걸었다가 다시 내린 이야기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0392" y="6126480"/>
            <a:ext cx="91440" cy="9144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06424" y="6025896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F12를 눌러도 스포일러가 없는 이유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50392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· 한 판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1325880"/>
            <a:ext cx="4483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 · 사람 4 + 봇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0392" y="2103120"/>
            <a:ext cx="10490911" cy="10973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2331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23134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방을 만들고 넷이 입장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976872" y="2313432"/>
            <a:ext cx="4364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1명이 자동으로 자리를 채웁니다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" y="2788920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392" y="2990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56232" y="2971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배정 → 묘사 한 바퀴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2971800"/>
            <a:ext cx="4364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라이어만 제시어를 모른 채 한 문장을 냅니다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" y="3447288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" y="364845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56232" y="36301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+ 투표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3630168"/>
            <a:ext cx="4364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봇의 발언 지연 지점을 짚어 보여줍니다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" y="4105656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" y="43068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856232" y="42885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최후 변론 → 생사 투표 → 정체 공개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4288536"/>
            <a:ext cx="4364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지목된 사람이 해명하고, 본인 제외 과반으로 결정됩니다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" y="4764024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965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856232" y="49469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지목 → 최종 결과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4946904"/>
            <a:ext cx="4364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중 누가 사람이 아니었나” — 두 결과를 나란히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" y="5422392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0392" y="56235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3:40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856232" y="56052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76872" y="5605272"/>
            <a:ext cx="4364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봇이라고 생각했는지 태그로 수집합니다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" y="6355080"/>
            <a:ext cx="32004" cy="365760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78992" y="6355080"/>
            <a:ext cx="102623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대비 — 같은 판을 미리 녹화해 두었습니다. 네트워크가 막히면 즉시 녹화본으로 전환합니다.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방안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구조 그대로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있는 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5062576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377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64792" y="2359152"/>
            <a:ext cx="387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팀빌딩 아이스브레이킹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64792" y="2852928"/>
            <a:ext cx="387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설치도 계정도 없이 링크 하나. 인원이 맞지 않아도 봇이 채우니 판이 섭니다. 팀·동아리 대상 비공개방이 그대로 B2B 상품이 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139696"/>
            <a:ext cx="5062576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71336" y="2377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359152"/>
            <a:ext cx="387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리터러시 체험 교육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2852928"/>
            <a:ext cx="387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“LLM은 어디서 티가 나는가”를 강의가 아니라 한 판으로 겪게 합니다. 끝나고 자기가 왜 그렇게 느꼈는지 태그로 정리합니다.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" y="4197096"/>
            <a:ext cx="5062576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434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764792" y="4416552"/>
            <a:ext cx="387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티 사유 데이터셋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764792" y="4910328"/>
            <a:ext cx="387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설문에서 모이는 태그와 자유 서술이 실제 산출물입니다. “사람이 봇을 알아채는 지점”이 감이 아니라 기록으로 남습니다.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8728" y="4197096"/>
            <a:ext cx="5062576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71336" y="4434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193128" y="4416552"/>
            <a:ext cx="387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디덕션 룰 확장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4910328"/>
            <a:ext cx="387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페이즈 상태와 정보 격리는 룰과 분리돼 있습니다. 규칙 정의만 바꾸면 다른 소셜 디덕션 게임을 얹을 수 있습니다.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6080760"/>
            <a:ext cx="104909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다 새 기능이 아니라, 지금 만들어 둔 구조를 어디에 두느냐의 문제입니다.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07 · 사업성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0단계에서 실행 가능한 것은 하나뿐입니다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가능성 검토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6400800" cy="365760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2414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3405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AdSense · 인트로 화면 광고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33101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33101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· 대기실 등 게임에 들어가기 전 인트로 화면에만 배너를 둡니다.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9136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거기만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76272" y="39136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화면에는 넣지 않습니다 — 몰입을 깨고, 화면 정보와 섞이면 안 됩니다.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5171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76272" y="45171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수익이 아니라 서버 유지비 충당입니다. 트래픽이 없는 지금 단계에서 즉시 실행 가능한 유일한 모델입니다.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5120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76272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애드블록 사용자에게는 애초에 노출되지 않습니다. 같은 이유로 “광고 제거 유료화”는 기각했습니다.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62672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62672" y="2459736"/>
            <a:ext cx="36786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버전 글로벌 동시 런칭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662672" y="2916936"/>
            <a:ext cx="36786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개발 리소스는 1회, 언어만 추가하면 됩니다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알파벳 텍스트 UI라 현지화 비용이 낮습니다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K-컬처 확산 경로 — BTS 뷔 방송 후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Goose Goose Duck 동시접속 100배 사례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62672" y="4379976"/>
            <a:ext cx="367863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62672" y="4562856"/>
            <a:ext cx="3678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트래픽 확보 후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62672" y="4928616"/>
            <a:ext cx="36786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직접 브랜드 광고 유치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B2B 비공개방 (팀 · 동아리 · 회사)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장기: AI봇 페르소나 커스터마이징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" y="603504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꾸미기 · 제시어 확장팩 · 전적 구독은 모두 검토 후 기각했습니다 — 알파벳 텍스트 UI와 세션형 구조에 맞지 않습니다.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서비스 · 팀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남는 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139696"/>
            <a:ext cx="1371600" cy="3840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2139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50592" y="2121408"/>
            <a:ext cx="8890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사회자도 정원도 필요 없습니다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450592" y="2560320"/>
            <a:ext cx="8890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넷이 모이면 링크 하나로 바로 한 판. 판이 서지 않아 못 하던 경우가 사라집니다.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3054096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" y="3200400"/>
            <a:ext cx="1371600" cy="3840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50592" y="3182112"/>
            <a:ext cx="8890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참가자석에 앉습니다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450592" y="3621024"/>
            <a:ext cx="8890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제시어를 만들어 주는 AI가 아니라, 역할을 받고 대화하고 투표하는 참가자입니다.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" y="4114800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" y="4261104"/>
            <a:ext cx="1371600" cy="3840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" y="4261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450592" y="4242816"/>
            <a:ext cx="8890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4주에 관통한 것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450592" y="4681728"/>
            <a:ext cx="8890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소켓, 서버 단일 진실 상태 동기화, 정보 격리, LLM 출력 제어를 한 제품 안에서 붙여 봤습니다.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" y="5175504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" y="5321808"/>
            <a:ext cx="1371600" cy="3840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0392" y="5321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450592" y="5303520"/>
            <a:ext cx="8890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“사람이 봇을 알아채는 지점”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2450592" y="5742432"/>
            <a:ext cx="8890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설문의 태그와 자유 서술이 쌓입니다. 감이 아니라 분류된 데이터로 남습니다.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히스토리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v1.0 → 최종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덜어냈나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" y="2706624"/>
            <a:ext cx="10490911" cy="10973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2139696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578608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392" y="2980944"/>
            <a:ext cx="15960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v1.0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3346704"/>
            <a:ext cx="15960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여러 명이 섞인 마피아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29357" y="2139696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7645" y="2578608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29357" y="2980944"/>
            <a:ext cx="15960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v2.0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29357" y="3346704"/>
            <a:ext cx="15960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 게임으로 축소 · 봇 1명 고정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08322" y="2139696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26610" y="2578608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08322" y="2980944"/>
            <a:ext cx="15960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중간발표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08322" y="3346704"/>
            <a:ext cx="15960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 · 196 커밋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87288" y="2139696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05576" y="2578608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87288" y="2980944"/>
            <a:ext cx="15960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v4.0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187288" y="3346704"/>
            <a:ext cx="15960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방 · 리플레이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66253" y="2139696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84541" y="2578608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66253" y="2980944"/>
            <a:ext cx="15960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동결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966253" y="3346704"/>
            <a:ext cx="15960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안정화만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45218" y="2139696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08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63506" y="2578608"/>
            <a:ext cx="256032" cy="256032"/>
          </a:xfrm>
          <a:prstGeom prst="ellipse">
            <a:avLst/>
          </a:prstGeom>
          <a:solidFill>
            <a:srgbClr val="C216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45218" y="2980944"/>
            <a:ext cx="15960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6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45218" y="3346704"/>
            <a:ext cx="15960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" y="4288536"/>
            <a:ext cx="10490911" cy="1600200"/>
          </a:xfrm>
          <a:prstGeom prst="rect">
            <a:avLst/>
          </a:prstGeom>
          <a:solidFill>
            <a:srgbClr val="16060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216152" y="4562856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→ 50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216152" y="5084064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· 5,559줄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656000" y="4562856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→ DB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3656000" y="5084064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 10테이블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095848" y="4562856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미정 → Railway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095848" y="5084064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미결정 D7이 접속됩니다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535695" y="4562856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→ 5개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8535695" y="5084064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GameScreen.tsx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50392" y="6144768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커밋 수 · 파일 수는 중간발표(8/19) 기준 — 발표 직전 갱신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09 · 결론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50392" y="1097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50392" y="2194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999232" y="2194560"/>
            <a:ext cx="8342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오프라인에서 저절로 지켜지던 규칙은, 코드로 옮기는 순간 전부 “어떻게 강제하지?”가 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" y="2907792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3090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· 김정현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99232" y="3090672"/>
            <a:ext cx="8342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규칙을 어기지 않았다. 우리가 준 조건의 유일한 최적해를 찾았을 뿐이다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" y="3803904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392" y="39867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· 이현우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3986784"/>
            <a:ext cx="8342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개로 보이던 화면은 실제로 네 개의 축이었다 — 화면을 세기 전에 무엇이 다른지 세야 한다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" y="4700016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" y="48828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· 박진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4882896"/>
            <a:ext cx="8342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타입은 빌드가 끝나면 사라진다 — 코드 바깥에서 오는 것은 경계에서 한 번 더 확인해야 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" y="5596128"/>
            <a:ext cx="10490911" cy="9144"/>
          </a:xfrm>
          <a:prstGeom prst="rect">
            <a:avLst/>
          </a:prstGeom>
          <a:solidFill>
            <a:srgbClr val="4A14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57790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유민성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5779008"/>
            <a:ext cx="8342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가리는 것과 안 보내는 것은 다르다 — 안 보내면 애초에 샐 것이 없다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1234440"/>
            <a:ext cx="2651760" cy="2651760"/>
          </a:xfrm>
          <a:prstGeom prst="ellipse">
            <a:avLst/>
          </a:prstGeom>
          <a:ln w="25400">
            <a:solidFill>
              <a:srgbClr val="4A14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54880" y="123444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중 하나는 사람이 아닙니다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10048" y="4937760"/>
            <a:ext cx="1371600" cy="32004"/>
          </a:xfrm>
          <a:prstGeom prst="rect">
            <a:avLst/>
          </a:prstGeom>
          <a:solidFill>
            <a:srgbClr val="FF27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200" kern="0" dirty="0">
                <a:solidFill>
                  <a:srgbClr val="D3B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·  Q &amp; 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7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TeamB   박진 · 이현우 · 유민성 · 김정현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ZETEO 최종발표</dc:title>
  <dc:subject>PptxGenJS Presentation</dc:subject>
  <dc:creator>TeamB</dc:creator>
  <cp:lastModifiedBy>TeamB</cp:lastModifiedBy>
  <cp:revision>1</cp:revision>
  <dcterms:created xsi:type="dcterms:W3CDTF">2026-08-27T06:31:34Z</dcterms:created>
  <dcterms:modified xsi:type="dcterms:W3CDTF">2026-08-27T06:31:34Z</dcterms:modified>
</cp:coreProperties>
</file>