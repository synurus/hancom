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  <p:sldMasterId id="214748365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y="6858000" cx="12192000"/>
  <p:notesSz cx="6858000" cy="12192000"/>
  <p:embeddedFontLst>
    <p:embeddedFont>
      <p:font typeface="Hahmlet ExtraBold"/>
      <p:bold r:id="rId23"/>
    </p:embeddedFont>
    <p:embeddedFont>
      <p:font typeface="Hahmlet"/>
      <p:regular r:id="rId24"/>
      <p:bold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59">
          <p15:clr>
            <a:srgbClr val="000000"/>
          </p15:clr>
        </p15:guide>
        <p15:guide id="2" pos="3839">
          <p15:clr>
            <a:srgbClr val="000000"/>
          </p15:clr>
        </p15:guide>
      </p15:sldGuideLst>
    </p:ext>
    <p:ext uri="GoogleSlidesCustomDataVersion2">
      <go:slidesCustomData xmlns:go="http://customooxmlschemas.google.com/" r:id="rId26" roundtripDataSignature="AMtx7miR2TVQYLUU8CjOQYg7TTNi4nduR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59" orient="horz"/>
        <p:guide pos="3839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font" Target="fonts/Hahmlet-regular.fntdata"/><Relationship Id="rId23" Type="http://schemas.openxmlformats.org/officeDocument/2006/relationships/font" Target="fonts/HahmletExtraBold-bold.fntdata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customschemas.google.com/relationships/presentationmetadata" Target="metadata"/><Relationship Id="rId25" Type="http://schemas.openxmlformats.org/officeDocument/2006/relationships/font" Target="fonts/Hahmlet-bold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3" name="Google Shape;9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[0:00–0:15 · 누적 0:15] 안녕하세요. </a:t>
            </a:r>
            <a:r>
              <a:rPr lang="en-US"/>
              <a:t>라이어 게임 속에 숨은 하나의 봇을 찾는 프로젝트. ZETEO의 발표를 맡은 이현우 </a:t>
            </a:r>
            <a:r>
              <a:rPr lang="en-US"/>
              <a:t>입니다. 저희가 만든 ZETEO는 라이어 게임인 척하는 게임입니다. 다섯 명이 모이는데 그중 하나는 사람이 아닙니다.</a:t>
            </a:r>
            <a:endParaRPr/>
          </a:p>
        </p:txBody>
      </p:sp>
      <p:sp>
        <p:nvSpPr>
          <p:cNvPr id="94" name="Google Shape;9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7" name="Google Shape;107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[0:15–0:30 · 누적 0:30] 순서는 이렇습니다. 다섯 번째 핵심 코드 리뷰가 몸통이고, 시연은 맨 마지막에 보여드립니다.</a:t>
            </a:r>
            <a:endParaRPr/>
          </a:p>
        </p:txBody>
      </p:sp>
      <p:sp>
        <p:nvSpPr>
          <p:cNvPr id="108" name="Google Shape;108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2" name="Google Shape;152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[0:30–1:00 · 누적 1:00] 네 명이 각자 한 덩어리씩 가져갔습니다. 파일 단위로 소유자를 정해서 같은 파일을 두 사람이 고치는 일이 없게 했고, 그 결과 마지막 병합 충돌이 0건이었습니다. 오늘 코드 리뷰는 게임 화면을 맡은 제가 대표로 말씀드립니다.</a:t>
            </a:r>
            <a:endParaRPr/>
          </a:p>
        </p:txBody>
      </p:sp>
      <p:sp>
        <p:nvSpPr>
          <p:cNvPr id="153" name="Google Shape;153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0" name="Google Shape;190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[1:00–1:50 · 누적 1:50] 페르소나는 이서준입니다. 이 사람이 겪는 불편은 셋인데 — 사회자, 인원, 설치 — 셋 다 게임이 재미없어서가 아니라 판이 서지 않아서 생깁니다. 그래서 세 요구를 그대로 세 기능으로 옮겼습니다. 자동 진행, 봇 참가자, 무설치 세션. 웹 무설치도 방코드도 이미 있는 서비스들이 있지만, 마지막 줄이 저희만 채운 칸입니다.</a:t>
            </a:r>
            <a:endParaRPr/>
          </a:p>
        </p:txBody>
      </p:sp>
      <p:sp>
        <p:nvSpPr>
          <p:cNvPr id="191" name="Google Shape;191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3f9c682d955_33_0:notes"/>
          <p:cNvSpPr/>
          <p:nvPr>
            <p:ph idx="2" type="sldImg"/>
          </p:nvPr>
        </p:nvSpPr>
        <p:spPr>
          <a:xfrm>
            <a:off x="685727" y="1143030"/>
            <a:ext cx="5486546" cy="308618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8" name="Google Shape;228;g3f9c682d955_33_0:notes"/>
          <p:cNvSpPr txBox="1"/>
          <p:nvPr>
            <p:ph idx="1" type="body"/>
          </p:nvPr>
        </p:nvSpPr>
        <p:spPr>
          <a:xfrm>
            <a:off x="685800" y="4400667"/>
            <a:ext cx="5486400" cy="360054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g3f9c682d955_33_0:notes"/>
          <p:cNvSpPr txBox="1"/>
          <p:nvPr>
            <p:ph idx="12" type="sldNum"/>
          </p:nvPr>
        </p:nvSpPr>
        <p:spPr>
          <a:xfrm>
            <a:off x="3884613" y="8685445"/>
            <a:ext cx="2971800" cy="45879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3f9c682d955_24_0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g3f9c682d955_24_0:notes"/>
          <p:cNvSpPr/>
          <p:nvPr>
            <p:ph idx="2" type="sldImg"/>
          </p:nvPr>
        </p:nvSpPr>
        <p:spPr>
          <a:xfrm>
            <a:off x="1143225" y="914400"/>
            <a:ext cx="4572225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g3f9c682d955_30_0:notes"/>
          <p:cNvSpPr/>
          <p:nvPr>
            <p:ph idx="2" type="sldImg"/>
          </p:nvPr>
        </p:nvSpPr>
        <p:spPr>
          <a:xfrm>
            <a:off x="685727" y="114303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7" name="Google Shape;357;g3f9c682d955_30_0:notes"/>
          <p:cNvSpPr txBox="1"/>
          <p:nvPr>
            <p:ph idx="1" type="body"/>
          </p:nvPr>
        </p:nvSpPr>
        <p:spPr>
          <a:xfrm>
            <a:off x="685800" y="4400667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자가개선을 하려면 재료가 있어야 하는데 그 재료를 게임이 스스로 만들어냅니다. 한 판이 끝나면 네 개의 표에 판의 결과, 발언 전량, 투표 전량, 설문이 남습니다. 이 중 가장 중요한 것은 설문에서 이 발언이 봇 같았다고 고른 값이 실제 발언 한 줄과 아이디로 이어진다는 점입니다. 사람이 어디서 걸렸는지를 직접 찍어준 좌표입니다.</a:t>
            </a:r>
            <a:endParaRPr/>
          </a:p>
        </p:txBody>
      </p:sp>
      <p:sp>
        <p:nvSpPr>
          <p:cNvPr id="358" name="Google Shape;358;g3f9c682d955_30_0:notes"/>
          <p:cNvSpPr txBox="1"/>
          <p:nvPr>
            <p:ph idx="12" type="sldNum"/>
          </p:nvPr>
        </p:nvSpPr>
        <p:spPr>
          <a:xfrm>
            <a:off x="3884613" y="8685445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g3f9c682d955_30_27:notes"/>
          <p:cNvSpPr/>
          <p:nvPr>
            <p:ph idx="2" type="sldImg"/>
          </p:nvPr>
        </p:nvSpPr>
        <p:spPr>
          <a:xfrm>
            <a:off x="685727" y="114303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4" name="Google Shape;384;g3f9c682d955_30_27:notes"/>
          <p:cNvSpPr txBox="1"/>
          <p:nvPr>
            <p:ph idx="1" type="body"/>
          </p:nvPr>
        </p:nvSpPr>
        <p:spPr>
          <a:xfrm>
            <a:off x="685800" y="4400667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쌓인 걸 봇에게 돌려주는 방법을 셋 검토했습니다. 관전자 LLM 을 두어 판마다 채점하게 하는 안은 채점자를 검증할 수단이 없었습니다. 설문 응답을 봇 프롬프트에 그대로 반영하는 안은 실제로 구현까지 갔다가 접었는데, 사람 검토 없이 프롬프트가 바뀌기 때문입니다. 수동으로 고치는 안은 판당 발언이 마흔 개가 넘고 재현이 안 됩니다.</a:t>
            </a:r>
            <a:endParaRPr/>
          </a:p>
        </p:txBody>
      </p:sp>
      <p:sp>
        <p:nvSpPr>
          <p:cNvPr id="385" name="Google Shape;385;g3f9c682d955_30_27:notes"/>
          <p:cNvSpPr txBox="1"/>
          <p:nvPr>
            <p:ph idx="12" type="sldNum"/>
          </p:nvPr>
        </p:nvSpPr>
        <p:spPr>
          <a:xfrm>
            <a:off x="3884613" y="8685445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g3f9c682d955_30_60:notes"/>
          <p:cNvSpPr/>
          <p:nvPr>
            <p:ph idx="2" type="sldImg"/>
          </p:nvPr>
        </p:nvSpPr>
        <p:spPr>
          <a:xfrm>
            <a:off x="685727" y="114303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4" name="Google Shape;414;g3f9c682d955_30_60:notes"/>
          <p:cNvSpPr txBox="1"/>
          <p:nvPr>
            <p:ph idx="1" type="body"/>
          </p:nvPr>
        </p:nvSpPr>
        <p:spPr>
          <a:xfrm>
            <a:off x="685800" y="4400667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루프는 이렇게 돕니다. 개발 세션이 응답을 끝낼 때마다 훅이 아직 쓰지 않은 판이 다섯 개인지 확인하고, 아니면 조용히 끝납니다. 조건이 차면 여섯 단계가 돕니다. 지목된 발언에서 실패 장면을 고정하고, 고치기 전 상태를 반복 측정해 기준선을 잡고, 지침을 고치고, 같은 장면 같은 횟수로 다시 재어 전후를 비교합니다. 그다음 이번 수정을 겨냥한 설문 문항을 갱신하고, 변경과 수치와 근거를 묶어 검토에 올립니다. 승인하면 병합·재배포되고, 쓴 판은 기록해 두어 두 번 돌지 않습니다.</a:t>
            </a:r>
            <a:endParaRPr/>
          </a:p>
        </p:txBody>
      </p:sp>
      <p:sp>
        <p:nvSpPr>
          <p:cNvPr id="415" name="Google Shape;415;g3f9c682d955_30_60:notes"/>
          <p:cNvSpPr txBox="1"/>
          <p:nvPr>
            <p:ph idx="12" type="sldNum"/>
          </p:nvPr>
        </p:nvSpPr>
        <p:spPr>
          <a:xfrm>
            <a:off x="3884613" y="8685445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g3f9c682d955_30_98:notes"/>
          <p:cNvSpPr/>
          <p:nvPr>
            <p:ph idx="2" type="sldImg"/>
          </p:nvPr>
        </p:nvSpPr>
        <p:spPr>
          <a:xfrm>
            <a:off x="685727" y="114303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2" name="Google Shape;452;g3f9c682d955_30_98:notes"/>
          <p:cNvSpPr txBox="1"/>
          <p:nvPr>
            <p:ph idx="1" type="body"/>
          </p:nvPr>
        </p:nvSpPr>
        <p:spPr>
          <a:xfrm>
            <a:off x="685800" y="4400667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이 루프가 ZETEO 전체와 어떻게 맞물리는지 말씀드리겠습니다. 사람이 놀면 기록이 쌓이고, 안 쓴 판이 다섯이면 루프가 돌고, 지침이 바뀌고, 바뀐 봇으로 다음 판이 시작되어 기록이 다시 쌓입니다. 첫 실행에서는 봇의 행동 목록 일곱 개 중 하나에만 조건이 빠져 있어서, 아무도 묻지 않았는데 자기 발언을 변명하고 있던 것을 고쳤습니다. 그리고 고친 내용을 겨냥한 설문 문항이 같이 갱신됩니다. 다음 참가자들이 그 자리에서 또 걸리는지를 대신 확인해 주는 셈입니다.</a:t>
            </a:r>
            <a:endParaRPr/>
          </a:p>
        </p:txBody>
      </p:sp>
      <p:sp>
        <p:nvSpPr>
          <p:cNvPr id="453" name="Google Shape;453;g3f9c682d955_30_98:notes"/>
          <p:cNvSpPr txBox="1"/>
          <p:nvPr>
            <p:ph idx="12" type="sldNum"/>
          </p:nvPr>
        </p:nvSpPr>
        <p:spPr>
          <a:xfrm>
            <a:off x="3884613" y="8685445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4" name="Google Shape;484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[5:40–6:10 · 누적 6:10 · 약 30초] </a:t>
            </a:r>
            <a:r>
              <a:rPr lang="en-US">
                <a:latin typeface="Arial"/>
                <a:ea typeface="Arial"/>
                <a:cs typeface="Arial"/>
                <a:sym typeface="Arial"/>
              </a:rPr>
              <a:t>저희가 만든 판은 규칙도 인원도 페이즈도 고정돼 있습니다. 그 위에서 봇의 두뇌만 갈아 끼울 수 있게 해뒀습니다 — 제공자 교체가 설정 한 줄입니다.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그러면 같은 조건에서 모델별로 사람이 얼마나 빨리 알아채는지, 무엇 때문에 걸리는지를 나란히 놓고 볼 수 있습니다. 소셜 디덕션 벤치마크가 됩니다.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기존 LLM 벤치마크와 다른 점은 심판이 사람이라는 것입니다. 그리고 점수와 함께 "왜 걸렸는지"가 문장으로 남습니다.</a:t>
            </a:r>
            <a:endParaRPr sz="1000"/>
          </a:p>
        </p:txBody>
      </p:sp>
      <p:sp>
        <p:nvSpPr>
          <p:cNvPr id="485" name="Google Shape;485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3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5" name="Google Shape;525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[6:10–6:45 · 누적 6:45 · 약 35초] 사업성은 한 장으로 말씀드립니다. 트래픽이 없는 지금 단계에서 실행 가능한 건 애드센스뿐입니다. 인트로 화면에만 붙이고 게임 화면에는 넣지 않습니다. 애드블록에는 안 보인다는 한계도 알고 있고, 그래서 광고 제거 유료화는 기각했습니다. 부수적으로는 영어 버전 동시 런칭을 봅니다.</a:t>
            </a:r>
            <a:endParaRPr/>
          </a:p>
        </p:txBody>
      </p:sp>
      <p:sp>
        <p:nvSpPr>
          <p:cNvPr id="526" name="Google Shape;526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6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8" name="Google Shape;548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[7:05–7:35 · 누적 7:35 · 약 30초] 기획 v1.0은 봇 여러 명이 섞인 마피아였습니다. 4주 안에 끝낼 수 있는 크기로 두 번 덜어내서 지금 형태가 됐습니다. 4주 동안 배운 건 한 문장으로 남습니다 — 오프라인에서 저절로 지켜지던 규칙은, 코드로 옮기는 순간 전부 「어떻게 강제하지?」가 된다는 것이었습니다.</a:t>
            </a:r>
            <a:br>
              <a:rPr lang="en-US"/>
            </a:br>
            <a:r>
              <a:rPr lang="en-US"/>
              <a:t>※ 커밋 수·파일 수는 8/19 기준 — 발표 직전 갱신할 것.</a:t>
            </a:r>
            <a:endParaRPr/>
          </a:p>
        </p:txBody>
      </p:sp>
      <p:sp>
        <p:nvSpPr>
          <p:cNvPr id="549" name="Google Shape;549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6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Google Shape;587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8" name="Google Shape;588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[7:35–11:35 · 시연 4분] 발표를 모두 마친 뒤 마지막에 진행. 라이브로 하되 실패 시 녹화본으로 즉시 전환.</a:t>
            </a:r>
            <a:endParaRPr/>
          </a:p>
        </p:txBody>
      </p:sp>
      <p:sp>
        <p:nvSpPr>
          <p:cNvPr id="589" name="Google Shape;589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0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Google Shape;611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2" name="Google Shape;612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[시연 종료 후] 감사합니다. 질문 받겠습니다.</a:t>
            </a:r>
            <a:endParaRPr/>
          </a:p>
        </p:txBody>
      </p:sp>
      <p:sp>
        <p:nvSpPr>
          <p:cNvPr id="613" name="Google Shape;613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4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Google Shape;625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6" name="Google Shape;626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부록 — 발표에서는 넘기지 않는 페이지입니다.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PPT에 쓰인 색·글자 크기·컴포넌트·도식 조각을 모아둔 장이라, 새 슬라이드를 만들 때 여기서 도형을 복사해 붙여 넣으면 됩니다.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슬라이드쇼에서 빼려면 슬라이드 축소판에서 우클릭 → "슬라이드 숨기기".</a:t>
            </a:r>
            <a:endParaRPr/>
          </a:p>
        </p:txBody>
      </p:sp>
      <p:sp>
        <p:nvSpPr>
          <p:cNvPr id="627" name="Google Shape;627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g3f9b3c50280_0_240"/>
          <p:cNvSpPr txBox="1"/>
          <p:nvPr>
            <p:ph idx="10" type="dt"/>
          </p:nvPr>
        </p:nvSpPr>
        <p:spPr>
          <a:xfrm>
            <a:off x="457202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g3f9b3c50280_0_240"/>
          <p:cNvSpPr txBox="1"/>
          <p:nvPr>
            <p:ph idx="11" type="ftr"/>
          </p:nvPr>
        </p:nvSpPr>
        <p:spPr>
          <a:xfrm>
            <a:off x="3124213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g3f9b3c50280_0_240"/>
          <p:cNvSpPr txBox="1"/>
          <p:nvPr>
            <p:ph idx="12" type="sldNum"/>
          </p:nvPr>
        </p:nvSpPr>
        <p:spPr>
          <a:xfrm>
            <a:off x="6553227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g3f9c682d955_19_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g3f9c682d955_19_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g3f9c682d955_19_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g3f9c682d955_19_10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g3f9c682d955_19_10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8" name="Google Shape;28;g3f9c682d955_19_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g3f9c682d955_19_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g3f9c682d955_19_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g3f9c682d955_19_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g3f9c682d955_19_1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4" name="Google Shape;34;g3f9c682d955_19_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g3f9c682d955_19_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g3f9c682d955_19_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g3f9c682d955_19_22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g3f9c682d955_19_22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40" name="Google Shape;40;g3f9c682d955_19_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g3f9c682d955_19_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g3f9c682d955_19_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g3f9c682d955_19_2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g3f9c682d955_19_28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6" name="Google Shape;46;g3f9c682d955_19_28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7" name="Google Shape;47;g3f9c682d955_19_2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g3f9c682d955_19_2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g3f9c682d955_19_2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f9c682d955_19_3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g3f9c682d955_19_35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3" name="Google Shape;53;g3f9c682d955_19_35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54" name="Google Shape;54;g3f9c682d955_19_35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5" name="Google Shape;55;g3f9c682d955_19_35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56" name="Google Shape;56;g3f9c682d955_19_3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g3f9c682d955_19_3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g3f9c682d955_19_3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f9c682d955_19_4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g3f9c682d955_19_4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g3f9c682d955_19_4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g3f9c682d955_19_4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f9c682d955_19_4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g3f9c682d955_19_4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7" name="Google Shape;67;g3f9c682d955_19_4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8" name="Google Shape;68;g3f9c682d955_19_4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g3f9c682d955_19_4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g3f9c682d955_19_4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f9c682d955_19_56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g3f9c682d955_19_56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74" name="Google Shape;74;g3f9c682d955_19_56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75" name="Google Shape;75;g3f9c682d955_19_5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g3f9c682d955_19_5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g3f9c682d955_19_5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f9c682d955_19_6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g3f9c682d955_19_63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g3f9c682d955_19_6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g3f9c682d955_19_6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g3f9c682d955_19_6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f9c682d955_19_69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g3f9c682d955_19_69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7" name="Google Shape;87;g3f9c682d955_19_6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g3f9c682d955_19_6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g3f9c682d955_19_6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3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3.xml"/><Relationship Id="rId10" Type="http://schemas.openxmlformats.org/officeDocument/2006/relationships/slideLayout" Target="../slideLayouts/slideLayout1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3.xml"/><Relationship Id="rId2" Type="http://schemas.openxmlformats.org/officeDocument/2006/relationships/slideLayout" Target="../slideLayouts/slideLayout4.xml"/><Relationship Id="rId3" Type="http://schemas.openxmlformats.org/officeDocument/2006/relationships/slideLayout" Target="../slideLayouts/slideLayout5.xml"/><Relationship Id="rId4" Type="http://schemas.openxmlformats.org/officeDocument/2006/relationships/slideLayout" Target="../slideLayouts/slideLayout6.xml"/><Relationship Id="rId9" Type="http://schemas.openxmlformats.org/officeDocument/2006/relationships/slideLayout" Target="../slideLayouts/slideLayout11.xml"/><Relationship Id="rId5" Type="http://schemas.openxmlformats.org/officeDocument/2006/relationships/slideLayout" Target="../slideLayouts/slideLayout7.xml"/><Relationship Id="rId6" Type="http://schemas.openxmlformats.org/officeDocument/2006/relationships/slideLayout" Target="../slideLayouts/slideLayout8.xml"/><Relationship Id="rId7" Type="http://schemas.openxmlformats.org/officeDocument/2006/relationships/slideLayout" Target="../slideLayouts/slideLayout9.xml"/><Relationship Id="rId8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g3f9c682d955_19_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7" name="Google Shape;17;g3f9c682d955_19_0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8" name="Google Shape;18;g3f9c682d955_19_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9" name="Google Shape;19;g3f9c682d955_19_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0" name="Google Shape;20;g3f9c682d955_19_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2" r:id="rId1"/>
    <p:sldLayoutId id="2147483653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0" r:id="rId9"/>
    <p:sldLayoutId id="2147483661" r:id="rId10"/>
    <p:sldLayoutId id="2147483662" r:id="rId11"/>
    <p:sldLayoutId id="2147483663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hyperlink" Target="https://zeteo-deploy.up.railway.app/" TargetMode="Externa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60607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"/>
          <p:cNvSpPr txBox="1"/>
          <p:nvPr/>
        </p:nvSpPr>
        <p:spPr>
          <a:xfrm>
            <a:off x="850392" y="1691640"/>
            <a:ext cx="7498200" cy="210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3E6E6"/>
              </a:buClr>
              <a:buSzPts val="4600"/>
              <a:buFont typeface="Malgun Gothic"/>
              <a:buNone/>
            </a:pPr>
            <a:r>
              <a:rPr i="0" lang="en-US" sz="4600" u="none" cap="none" strike="noStrike">
                <a:solidFill>
                  <a:srgbClr val="F3E6E6"/>
                </a:solidFill>
                <a:latin typeface="Hahmlet ExtraBold"/>
                <a:ea typeface="Hahmlet ExtraBold"/>
                <a:cs typeface="Hahmlet ExtraBold"/>
                <a:sym typeface="Hahmlet ExtraBold"/>
              </a:rPr>
              <a:t>라이어 게임 속에 숨은</a:t>
            </a:r>
            <a:endParaRPr i="0" sz="4600" u="none" cap="none" strike="noStrike">
              <a:solidFill>
                <a:schemeClr val="dk1"/>
              </a:solidFill>
              <a:latin typeface="Hahmlet ExtraBold"/>
              <a:ea typeface="Hahmlet ExtraBold"/>
              <a:cs typeface="Hahmlet ExtraBold"/>
              <a:sym typeface="Hahmlet ExtraBold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3E6E6"/>
              </a:buClr>
              <a:buSzPts val="4600"/>
              <a:buFont typeface="Malgun Gothic"/>
              <a:buNone/>
            </a:pPr>
            <a:r>
              <a:rPr i="0" lang="en-US" sz="4600" u="none" cap="none" strike="noStrike">
                <a:solidFill>
                  <a:srgbClr val="F3E6E6"/>
                </a:solidFill>
                <a:latin typeface="Hahmlet ExtraBold"/>
                <a:ea typeface="Hahmlet ExtraBold"/>
                <a:cs typeface="Hahmlet ExtraBold"/>
                <a:sym typeface="Hahmlet ExtraBold"/>
              </a:rPr>
              <a:t>단 하나의 봇</a:t>
            </a:r>
            <a:endParaRPr i="0" sz="4600" u="none" cap="none" strike="noStrike">
              <a:solidFill>
                <a:schemeClr val="dk1"/>
              </a:solidFill>
              <a:latin typeface="Hahmlet ExtraBold"/>
              <a:ea typeface="Hahmlet ExtraBold"/>
              <a:cs typeface="Hahmlet ExtraBold"/>
              <a:sym typeface="Hahmlet ExtraBold"/>
            </a:endParaRPr>
          </a:p>
        </p:txBody>
      </p:sp>
      <p:sp>
        <p:nvSpPr>
          <p:cNvPr id="97" name="Google Shape;97;p1"/>
          <p:cNvSpPr/>
          <p:nvPr/>
        </p:nvSpPr>
        <p:spPr>
          <a:xfrm>
            <a:off x="850392" y="4114800"/>
            <a:ext cx="1371600" cy="32004"/>
          </a:xfrm>
          <a:prstGeom prst="rect">
            <a:avLst/>
          </a:prstGeom>
          <a:solidFill>
            <a:srgbClr val="FF27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1"/>
          <p:cNvSpPr txBox="1"/>
          <p:nvPr/>
        </p:nvSpPr>
        <p:spPr>
          <a:xfrm>
            <a:off x="850392" y="443484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3BFC0"/>
              </a:buClr>
              <a:buSzPts val="2100"/>
              <a:buFont typeface="Malgun Gothic"/>
              <a:buNone/>
            </a:pPr>
            <a:r>
              <a:rPr b="1" i="0" lang="en-US" sz="2400" u="none" cap="none" strike="noStrike">
                <a:solidFill>
                  <a:srgbClr val="D3BFC0"/>
                </a:solidFill>
                <a:latin typeface="Malgun Gothic"/>
                <a:ea typeface="Malgun Gothic"/>
                <a:cs typeface="Malgun Gothic"/>
                <a:sym typeface="Malgun Gothic"/>
              </a:rPr>
              <a:t>2026. 09. 08.</a:t>
            </a:r>
            <a:endParaRPr b="1" i="0" sz="24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99" name="Google Shape;99;p1"/>
          <p:cNvSpPr txBox="1"/>
          <p:nvPr/>
        </p:nvSpPr>
        <p:spPr>
          <a:xfrm>
            <a:off x="850392" y="4846320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3E6E6"/>
              </a:buClr>
              <a:buSzPts val="2100"/>
              <a:buFont typeface="Malgun Gothic"/>
              <a:buNone/>
            </a:pPr>
            <a:r>
              <a:rPr b="1" i="0" lang="en-US" sz="2400" u="none" cap="none" strike="noStrike">
                <a:solidFill>
                  <a:srgbClr val="F3E6E6"/>
                </a:solidFill>
                <a:latin typeface="Malgun Gothic"/>
                <a:ea typeface="Malgun Gothic"/>
                <a:cs typeface="Malgun Gothic"/>
                <a:sym typeface="Malgun Gothic"/>
              </a:rPr>
              <a:t>TeamB   박진 · 이현우 · 유민성 · 김정현</a:t>
            </a:r>
            <a:endParaRPr b="1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"/>
          <p:cNvSpPr txBox="1"/>
          <p:nvPr/>
        </p:nvSpPr>
        <p:spPr>
          <a:xfrm>
            <a:off x="6772563" y="5454675"/>
            <a:ext cx="5035800" cy="49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D3BFC0"/>
              </a:buClr>
              <a:buSzPts val="2400"/>
              <a:buFont typeface="Malgun Gothic"/>
              <a:buNone/>
            </a:pPr>
            <a:r>
              <a:rPr i="0" lang="en-US" sz="3000" u="none" cap="none" strike="noStrike">
                <a:solidFill>
                  <a:srgbClr val="D3BFC0"/>
                </a:solidFill>
                <a:latin typeface="Hahmlet ExtraBold"/>
                <a:ea typeface="Hahmlet ExtraBold"/>
                <a:cs typeface="Hahmlet ExtraBold"/>
                <a:sym typeface="Hahmlet ExtraBold"/>
              </a:rPr>
              <a:t>우리 중 하나는 사람이 아닙니다</a:t>
            </a:r>
            <a:endParaRPr i="0" sz="3000" u="none" cap="none" strike="noStrike">
              <a:solidFill>
                <a:srgbClr val="D3BFC0"/>
              </a:solidFill>
              <a:latin typeface="Hahmlet ExtraBold"/>
              <a:ea typeface="Hahmlet ExtraBold"/>
              <a:cs typeface="Hahmlet ExtraBold"/>
              <a:sym typeface="Hahmlet ExtraBold"/>
            </a:endParaRPr>
          </a:p>
        </p:txBody>
      </p:sp>
      <p:pic>
        <p:nvPicPr>
          <p:cNvPr descr="C:\Users\dd022\Desktop\개발 공부 자료\Project\Zeteo\apps\frontend\public\zeteo-logo.png" id="101" name="Google Shape;101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7444" y="586275"/>
            <a:ext cx="3905899" cy="17885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2" name="Google Shape;102;p1"/>
          <p:cNvGrpSpPr/>
          <p:nvPr/>
        </p:nvGrpSpPr>
        <p:grpSpPr>
          <a:xfrm>
            <a:off x="7780769" y="986333"/>
            <a:ext cx="3019500" cy="4235400"/>
            <a:chOff x="6754971" y="392342"/>
            <a:chExt cx="3019500" cy="4235400"/>
          </a:xfrm>
        </p:grpSpPr>
        <p:sp>
          <p:nvSpPr>
            <p:cNvPr id="103" name="Google Shape;103;p1"/>
            <p:cNvSpPr/>
            <p:nvPr/>
          </p:nvSpPr>
          <p:spPr>
            <a:xfrm>
              <a:off x="6754971" y="392342"/>
              <a:ext cx="3019500" cy="4235400"/>
            </a:xfrm>
            <a:prstGeom prst="rect">
              <a:avLst/>
            </a:prstGeom>
            <a:solidFill>
              <a:srgbClr val="C21620"/>
            </a:solidFill>
            <a:ln cap="flat" cmpd="sng" w="12700">
              <a:solidFill>
                <a:srgbClr val="C2162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C2162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04" name="Google Shape;104;p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802596" y="435358"/>
              <a:ext cx="2928769" cy="414616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"/>
          <p:cNvSpPr/>
          <p:nvPr/>
        </p:nvSpPr>
        <p:spPr>
          <a:xfrm>
            <a:off x="0" y="0"/>
            <a:ext cx="12191695" cy="1755648"/>
          </a:xfrm>
          <a:prstGeom prst="rect">
            <a:avLst/>
          </a:prstGeom>
          <a:solidFill>
            <a:srgbClr val="16060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2"/>
          <p:cNvSpPr/>
          <p:nvPr/>
        </p:nvSpPr>
        <p:spPr>
          <a:xfrm>
            <a:off x="0" y="1755648"/>
            <a:ext cx="12191695" cy="32004"/>
          </a:xfrm>
          <a:prstGeom prst="rect">
            <a:avLst/>
          </a:prstGeom>
          <a:solidFill>
            <a:srgbClr val="FF27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2"/>
          <p:cNvSpPr txBox="1"/>
          <p:nvPr/>
        </p:nvSpPr>
        <p:spPr>
          <a:xfrm>
            <a:off x="850392" y="457200"/>
            <a:ext cx="10490911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2733"/>
              </a:buClr>
              <a:buSzPts val="2100"/>
              <a:buFont typeface="Malgun Gothic"/>
              <a:buNone/>
            </a:pPr>
            <a:r>
              <a:rPr b="1" i="0" lang="en-US" sz="2100" u="none" cap="none" strike="noStrike">
                <a:solidFill>
                  <a:srgbClr val="FF2733"/>
                </a:solidFill>
                <a:latin typeface="Malgun Gothic"/>
                <a:ea typeface="Malgun Gothic"/>
                <a:cs typeface="Malgun Gothic"/>
                <a:sym typeface="Malgun Gothic"/>
              </a:rPr>
              <a:t>CONTENTS</a:t>
            </a:r>
            <a:endParaRPr b="1" i="0" sz="2100" u="none" cap="none" strike="noStrike">
              <a:solidFill>
                <a:srgbClr val="FF2733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13" name="Google Shape;113;p2"/>
          <p:cNvSpPr txBox="1"/>
          <p:nvPr/>
        </p:nvSpPr>
        <p:spPr>
          <a:xfrm>
            <a:off x="850392" y="804672"/>
            <a:ext cx="78638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3E6E6"/>
              </a:buClr>
              <a:buSzPts val="3000"/>
              <a:buFont typeface="Malgun Gothic"/>
              <a:buNone/>
            </a:pPr>
            <a:r>
              <a:rPr i="0" lang="en-US" sz="3200" u="none" cap="none" strike="noStrike">
                <a:solidFill>
                  <a:srgbClr val="F3E6E6"/>
                </a:solidFill>
                <a:latin typeface="Hahmlet ExtraBold"/>
                <a:ea typeface="Hahmlet ExtraBold"/>
                <a:cs typeface="Hahmlet ExtraBold"/>
                <a:sym typeface="Hahmlet ExtraBold"/>
              </a:rPr>
              <a:t>발표 흐름</a:t>
            </a:r>
            <a:endParaRPr i="0" sz="3200" u="none" cap="none" strike="noStrike">
              <a:solidFill>
                <a:schemeClr val="dk1"/>
              </a:solidFill>
              <a:latin typeface="Hahmlet ExtraBold"/>
              <a:ea typeface="Hahmlet ExtraBold"/>
              <a:cs typeface="Hahmlet ExtraBold"/>
              <a:sym typeface="Hahmlet ExtraBold"/>
            </a:endParaRPr>
          </a:p>
        </p:txBody>
      </p:sp>
      <p:sp>
        <p:nvSpPr>
          <p:cNvPr id="114" name="Google Shape;114;p2"/>
          <p:cNvSpPr txBox="1"/>
          <p:nvPr/>
        </p:nvSpPr>
        <p:spPr>
          <a:xfrm>
            <a:off x="850392" y="2139696"/>
            <a:ext cx="914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21620"/>
              </a:buClr>
              <a:buSzPts val="2800"/>
              <a:buFont typeface="Malgun Gothic"/>
              <a:buNone/>
            </a:pPr>
            <a:r>
              <a:rPr b="1" i="0" lang="en-US" sz="2800" u="none" cap="none" strike="noStrike">
                <a:solidFill>
                  <a:srgbClr val="C21620"/>
                </a:solidFill>
                <a:latin typeface="Malgun Gothic"/>
                <a:ea typeface="Malgun Gothic"/>
                <a:cs typeface="Malgun Gothic"/>
                <a:sym typeface="Malgun Gothic"/>
              </a:rPr>
              <a:t>01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2"/>
          <p:cNvSpPr txBox="1"/>
          <p:nvPr/>
        </p:nvSpPr>
        <p:spPr>
          <a:xfrm>
            <a:off x="850392" y="2790187"/>
            <a:ext cx="32835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100"/>
              <a:buFont typeface="Malgun Gothic"/>
              <a:buNone/>
            </a:pPr>
            <a:r>
              <a:rPr b="1" i="0" lang="en-US" sz="2800" u="none" cap="none" strike="noStrike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팀원 소개</a:t>
            </a:r>
            <a:endParaRPr b="1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2"/>
          <p:cNvSpPr txBox="1"/>
          <p:nvPr/>
        </p:nvSpPr>
        <p:spPr>
          <a:xfrm>
            <a:off x="850392" y="3054096"/>
            <a:ext cx="328361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75757"/>
              </a:buClr>
              <a:buSzPts val="1800"/>
              <a:buFont typeface="Malgun Gothic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2"/>
          <p:cNvSpPr/>
          <p:nvPr/>
        </p:nvSpPr>
        <p:spPr>
          <a:xfrm>
            <a:off x="850392" y="3364992"/>
            <a:ext cx="3283610" cy="10973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2"/>
          <p:cNvSpPr txBox="1"/>
          <p:nvPr/>
        </p:nvSpPr>
        <p:spPr>
          <a:xfrm>
            <a:off x="4454042" y="2139696"/>
            <a:ext cx="914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21620"/>
              </a:buClr>
              <a:buSzPts val="2800"/>
              <a:buFont typeface="Malgun Gothic"/>
              <a:buNone/>
            </a:pPr>
            <a:r>
              <a:rPr b="1" i="0" lang="en-US" sz="2800" u="none" cap="none" strike="noStrike">
                <a:solidFill>
                  <a:srgbClr val="C21620"/>
                </a:solidFill>
                <a:latin typeface="Malgun Gothic"/>
                <a:ea typeface="Malgun Gothic"/>
                <a:cs typeface="Malgun Gothic"/>
                <a:sym typeface="Malgun Gothic"/>
              </a:rPr>
              <a:t>02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2"/>
          <p:cNvSpPr txBox="1"/>
          <p:nvPr/>
        </p:nvSpPr>
        <p:spPr>
          <a:xfrm>
            <a:off x="4454042" y="2790187"/>
            <a:ext cx="32835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100"/>
              <a:buFont typeface="Malgun Gothic"/>
              <a:buNone/>
            </a:pPr>
            <a:r>
              <a:rPr b="1" i="0" lang="en-US" sz="2800" u="none" cap="none" strike="noStrike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기획 배경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2"/>
          <p:cNvSpPr txBox="1"/>
          <p:nvPr/>
        </p:nvSpPr>
        <p:spPr>
          <a:xfrm>
            <a:off x="4454042" y="3054096"/>
            <a:ext cx="328361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75757"/>
              </a:buClr>
              <a:buSzPts val="1800"/>
              <a:buFont typeface="Malgun Gothic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2"/>
          <p:cNvSpPr/>
          <p:nvPr/>
        </p:nvSpPr>
        <p:spPr>
          <a:xfrm>
            <a:off x="4454042" y="3364992"/>
            <a:ext cx="3283610" cy="10973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2"/>
          <p:cNvSpPr txBox="1"/>
          <p:nvPr/>
        </p:nvSpPr>
        <p:spPr>
          <a:xfrm>
            <a:off x="8057693" y="2139696"/>
            <a:ext cx="914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21620"/>
              </a:buClr>
              <a:buSzPts val="2800"/>
              <a:buFont typeface="Malgun Gothic"/>
              <a:buNone/>
            </a:pPr>
            <a:r>
              <a:rPr b="1" i="0" lang="en-US" sz="2800" u="none" cap="none" strike="noStrike">
                <a:solidFill>
                  <a:srgbClr val="C21620"/>
                </a:solidFill>
                <a:latin typeface="Malgun Gothic"/>
                <a:ea typeface="Malgun Gothic"/>
                <a:cs typeface="Malgun Gothic"/>
                <a:sym typeface="Malgun Gothic"/>
              </a:rPr>
              <a:t>03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2"/>
          <p:cNvSpPr txBox="1"/>
          <p:nvPr/>
        </p:nvSpPr>
        <p:spPr>
          <a:xfrm>
            <a:off x="8057693" y="2790187"/>
            <a:ext cx="32835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100"/>
              <a:buFont typeface="Malgun Gothic"/>
              <a:buNone/>
            </a:pPr>
            <a:r>
              <a:rPr b="1" i="0" lang="en-US" sz="2800" u="none" cap="none" strike="noStrike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유저 시나리오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2"/>
          <p:cNvSpPr txBox="1"/>
          <p:nvPr/>
        </p:nvSpPr>
        <p:spPr>
          <a:xfrm>
            <a:off x="8057693" y="3054096"/>
            <a:ext cx="328361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75757"/>
              </a:buClr>
              <a:buSzPts val="1800"/>
              <a:buFont typeface="Malgun Gothic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2"/>
          <p:cNvSpPr/>
          <p:nvPr/>
        </p:nvSpPr>
        <p:spPr>
          <a:xfrm>
            <a:off x="8057693" y="3364992"/>
            <a:ext cx="3283610" cy="10973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2"/>
          <p:cNvSpPr txBox="1"/>
          <p:nvPr/>
        </p:nvSpPr>
        <p:spPr>
          <a:xfrm>
            <a:off x="850392" y="3511296"/>
            <a:ext cx="914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21620"/>
              </a:buClr>
              <a:buSzPts val="2800"/>
              <a:buFont typeface="Malgun Gothic"/>
              <a:buNone/>
            </a:pPr>
            <a:r>
              <a:rPr b="1" i="0" lang="en-US" sz="2800" u="none" cap="none" strike="noStrike">
                <a:solidFill>
                  <a:srgbClr val="C21620"/>
                </a:solidFill>
                <a:latin typeface="Malgun Gothic"/>
                <a:ea typeface="Malgun Gothic"/>
                <a:cs typeface="Malgun Gothic"/>
                <a:sym typeface="Malgun Gothic"/>
              </a:rPr>
              <a:t>04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2"/>
          <p:cNvSpPr txBox="1"/>
          <p:nvPr/>
        </p:nvSpPr>
        <p:spPr>
          <a:xfrm>
            <a:off x="850392" y="4161787"/>
            <a:ext cx="32835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100"/>
              <a:buFont typeface="Malgun Gothic"/>
              <a:buNone/>
            </a:pPr>
            <a:r>
              <a:rPr b="1" i="0" lang="en-US" sz="2800" u="none" cap="none" strike="noStrike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시스템 설계도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2"/>
          <p:cNvSpPr txBox="1"/>
          <p:nvPr/>
        </p:nvSpPr>
        <p:spPr>
          <a:xfrm>
            <a:off x="850392" y="4435221"/>
            <a:ext cx="328361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75757"/>
              </a:buClr>
              <a:buSzPts val="1700"/>
              <a:buFont typeface="Malgun Gothic"/>
              <a:buNone/>
            </a:pPr>
            <a:r>
              <a:t/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2"/>
          <p:cNvSpPr/>
          <p:nvPr/>
        </p:nvSpPr>
        <p:spPr>
          <a:xfrm>
            <a:off x="850392" y="4736592"/>
            <a:ext cx="3283610" cy="10973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2"/>
          <p:cNvSpPr txBox="1"/>
          <p:nvPr/>
        </p:nvSpPr>
        <p:spPr>
          <a:xfrm>
            <a:off x="4454042" y="3511296"/>
            <a:ext cx="914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21620"/>
              </a:buClr>
              <a:buSzPts val="2800"/>
              <a:buFont typeface="Malgun Gothic"/>
              <a:buNone/>
            </a:pPr>
            <a:r>
              <a:rPr b="1" i="0" lang="en-US" sz="2800" u="none" cap="none" strike="noStrike">
                <a:solidFill>
                  <a:srgbClr val="C21620"/>
                </a:solidFill>
                <a:latin typeface="Malgun Gothic"/>
                <a:ea typeface="Malgun Gothic"/>
                <a:cs typeface="Malgun Gothic"/>
                <a:sym typeface="Malgun Gothic"/>
              </a:rPr>
              <a:t>05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2"/>
          <p:cNvSpPr txBox="1"/>
          <p:nvPr/>
        </p:nvSpPr>
        <p:spPr>
          <a:xfrm>
            <a:off x="4454042" y="4161787"/>
            <a:ext cx="32835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100"/>
              <a:buFont typeface="Malgun Gothic"/>
              <a:buNone/>
            </a:pPr>
            <a:r>
              <a:rPr b="1" i="0" lang="en-US" sz="2800" u="none" cap="none" strike="noStrike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핵심 코드 리뷰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2"/>
          <p:cNvSpPr txBox="1"/>
          <p:nvPr/>
        </p:nvSpPr>
        <p:spPr>
          <a:xfrm>
            <a:off x="4454042" y="4425696"/>
            <a:ext cx="328361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75757"/>
              </a:buClr>
              <a:buSzPts val="1800"/>
              <a:buFont typeface="Malgun Gothic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2"/>
          <p:cNvSpPr/>
          <p:nvPr/>
        </p:nvSpPr>
        <p:spPr>
          <a:xfrm>
            <a:off x="4454042" y="4736592"/>
            <a:ext cx="3283610" cy="10973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2"/>
          <p:cNvSpPr txBox="1"/>
          <p:nvPr/>
        </p:nvSpPr>
        <p:spPr>
          <a:xfrm>
            <a:off x="8057693" y="3511296"/>
            <a:ext cx="914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21620"/>
              </a:buClr>
              <a:buSzPts val="2800"/>
              <a:buFont typeface="Malgun Gothic"/>
              <a:buNone/>
            </a:pPr>
            <a:r>
              <a:rPr b="1" i="0" lang="en-US" sz="2800" u="none" cap="none" strike="noStrike">
                <a:solidFill>
                  <a:srgbClr val="C21620"/>
                </a:solidFill>
                <a:latin typeface="Malgun Gothic"/>
                <a:ea typeface="Malgun Gothic"/>
                <a:cs typeface="Malgun Gothic"/>
                <a:sym typeface="Malgun Gothic"/>
              </a:rPr>
              <a:t>06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2"/>
          <p:cNvSpPr txBox="1"/>
          <p:nvPr/>
        </p:nvSpPr>
        <p:spPr>
          <a:xfrm>
            <a:off x="8057693" y="4161787"/>
            <a:ext cx="32835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100"/>
              <a:buFont typeface="Malgun Gothic"/>
              <a:buNone/>
            </a:pPr>
            <a:r>
              <a:rPr b="1" i="0" lang="en-US" sz="2800" u="none" cap="none" strike="noStrike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활용 방안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2"/>
          <p:cNvSpPr txBox="1"/>
          <p:nvPr/>
        </p:nvSpPr>
        <p:spPr>
          <a:xfrm>
            <a:off x="8057693" y="4435221"/>
            <a:ext cx="328361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75757"/>
              </a:buClr>
              <a:buSzPts val="1700"/>
              <a:buFont typeface="Malgun Gothic"/>
              <a:buNone/>
            </a:pPr>
            <a:r>
              <a:t/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2"/>
          <p:cNvSpPr/>
          <p:nvPr/>
        </p:nvSpPr>
        <p:spPr>
          <a:xfrm>
            <a:off x="8057693" y="4736592"/>
            <a:ext cx="3283610" cy="10973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2"/>
          <p:cNvSpPr txBox="1"/>
          <p:nvPr/>
        </p:nvSpPr>
        <p:spPr>
          <a:xfrm>
            <a:off x="850392" y="4882896"/>
            <a:ext cx="914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21620"/>
              </a:buClr>
              <a:buSzPts val="2800"/>
              <a:buFont typeface="Malgun Gothic"/>
              <a:buNone/>
            </a:pPr>
            <a:r>
              <a:rPr b="1" i="0" lang="en-US" sz="2800" u="none" cap="none" strike="noStrike">
                <a:solidFill>
                  <a:srgbClr val="C21620"/>
                </a:solidFill>
                <a:latin typeface="Malgun Gothic"/>
                <a:ea typeface="Malgun Gothic"/>
                <a:cs typeface="Malgun Gothic"/>
                <a:sym typeface="Malgun Gothic"/>
              </a:rPr>
              <a:t>07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2"/>
          <p:cNvSpPr txBox="1"/>
          <p:nvPr/>
        </p:nvSpPr>
        <p:spPr>
          <a:xfrm>
            <a:off x="850392" y="5533387"/>
            <a:ext cx="32835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100"/>
              <a:buFont typeface="Malgun Gothic"/>
              <a:buNone/>
            </a:pPr>
            <a:r>
              <a:rPr b="1" lang="en-US" sz="2800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사업성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2"/>
          <p:cNvSpPr txBox="1"/>
          <p:nvPr/>
        </p:nvSpPr>
        <p:spPr>
          <a:xfrm>
            <a:off x="850392" y="5797296"/>
            <a:ext cx="328361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75757"/>
              </a:buClr>
              <a:buSzPts val="1700"/>
              <a:buFont typeface="Malgun Gothic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2"/>
          <p:cNvSpPr/>
          <p:nvPr/>
        </p:nvSpPr>
        <p:spPr>
          <a:xfrm>
            <a:off x="850392" y="6108192"/>
            <a:ext cx="3283610" cy="10973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2"/>
          <p:cNvSpPr txBox="1"/>
          <p:nvPr/>
        </p:nvSpPr>
        <p:spPr>
          <a:xfrm>
            <a:off x="4454042" y="4882896"/>
            <a:ext cx="914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21620"/>
              </a:buClr>
              <a:buSzPts val="2800"/>
              <a:buFont typeface="Malgun Gothic"/>
              <a:buNone/>
            </a:pPr>
            <a:r>
              <a:rPr b="1" i="0" lang="en-US" sz="2800" u="none" cap="none" strike="noStrike">
                <a:solidFill>
                  <a:srgbClr val="C21620"/>
                </a:solidFill>
                <a:latin typeface="Malgun Gothic"/>
                <a:ea typeface="Malgun Gothic"/>
                <a:cs typeface="Malgun Gothic"/>
                <a:sym typeface="Malgun Gothic"/>
              </a:rPr>
              <a:t>08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2"/>
          <p:cNvSpPr txBox="1"/>
          <p:nvPr/>
        </p:nvSpPr>
        <p:spPr>
          <a:xfrm>
            <a:off x="4454042" y="5533387"/>
            <a:ext cx="32835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100"/>
              <a:buFont typeface="Malgun Gothic"/>
              <a:buNone/>
            </a:pPr>
            <a:r>
              <a:rPr b="1" i="0" lang="en-US" sz="2800" u="none" cap="none" strike="noStrike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히스토리 · 결론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2"/>
          <p:cNvSpPr txBox="1"/>
          <p:nvPr/>
        </p:nvSpPr>
        <p:spPr>
          <a:xfrm>
            <a:off x="4454042" y="5797296"/>
            <a:ext cx="328361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75757"/>
              </a:buClr>
              <a:buSzPts val="1800"/>
              <a:buFont typeface="Malgun Gothic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2"/>
          <p:cNvSpPr/>
          <p:nvPr/>
        </p:nvSpPr>
        <p:spPr>
          <a:xfrm>
            <a:off x="4454042" y="6108192"/>
            <a:ext cx="3283610" cy="10973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2"/>
          <p:cNvSpPr txBox="1"/>
          <p:nvPr/>
        </p:nvSpPr>
        <p:spPr>
          <a:xfrm>
            <a:off x="8057693" y="4882896"/>
            <a:ext cx="914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21620"/>
              </a:buClr>
              <a:buSzPts val="2800"/>
              <a:buFont typeface="Malgun Gothic"/>
              <a:buNone/>
            </a:pPr>
            <a:r>
              <a:rPr b="1" i="0" lang="en-US" sz="2800" u="none" cap="none" strike="noStrike">
                <a:solidFill>
                  <a:srgbClr val="C21620"/>
                </a:solidFill>
                <a:latin typeface="Malgun Gothic"/>
                <a:ea typeface="Malgun Gothic"/>
                <a:cs typeface="Malgun Gothic"/>
                <a:sym typeface="Malgun Gothic"/>
              </a:rPr>
              <a:t>09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2"/>
          <p:cNvSpPr txBox="1"/>
          <p:nvPr/>
        </p:nvSpPr>
        <p:spPr>
          <a:xfrm>
            <a:off x="8057693" y="5533387"/>
            <a:ext cx="32835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100"/>
              <a:buFont typeface="Malgun Gothic"/>
              <a:buNone/>
            </a:pPr>
            <a:r>
              <a:rPr b="1" i="0" lang="en-US" sz="2800" u="none" cap="none" strike="noStrike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시연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2"/>
          <p:cNvSpPr txBox="1"/>
          <p:nvPr/>
        </p:nvSpPr>
        <p:spPr>
          <a:xfrm>
            <a:off x="8057693" y="5797296"/>
            <a:ext cx="328361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75757"/>
              </a:buClr>
              <a:buSzPts val="1800"/>
              <a:buFont typeface="Malgun Gothic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2"/>
          <p:cNvSpPr/>
          <p:nvPr/>
        </p:nvSpPr>
        <p:spPr>
          <a:xfrm>
            <a:off x="8057693" y="6108192"/>
            <a:ext cx="3283610" cy="10973"/>
          </a:xfrm>
          <a:prstGeom prst="rect">
            <a:avLst/>
          </a:prstGeom>
          <a:solidFill>
            <a:srgbClr val="C2162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3"/>
          <p:cNvSpPr/>
          <p:nvPr/>
        </p:nvSpPr>
        <p:spPr>
          <a:xfrm>
            <a:off x="0" y="0"/>
            <a:ext cx="12191695" cy="1755648"/>
          </a:xfrm>
          <a:prstGeom prst="rect">
            <a:avLst/>
          </a:prstGeom>
          <a:solidFill>
            <a:srgbClr val="16060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3"/>
          <p:cNvSpPr/>
          <p:nvPr/>
        </p:nvSpPr>
        <p:spPr>
          <a:xfrm>
            <a:off x="0" y="1755648"/>
            <a:ext cx="12191695" cy="32004"/>
          </a:xfrm>
          <a:prstGeom prst="rect">
            <a:avLst/>
          </a:prstGeom>
          <a:solidFill>
            <a:srgbClr val="FF27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3"/>
          <p:cNvSpPr txBox="1"/>
          <p:nvPr/>
        </p:nvSpPr>
        <p:spPr>
          <a:xfrm>
            <a:off x="850392" y="457200"/>
            <a:ext cx="10490911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2733"/>
              </a:buClr>
              <a:buSzPts val="2100"/>
              <a:buFont typeface="Malgun Gothic"/>
              <a:buNone/>
            </a:pPr>
            <a:r>
              <a:rPr b="1" i="0" lang="en-US" sz="2100" u="none" cap="none" strike="noStrike">
                <a:solidFill>
                  <a:srgbClr val="FF2733"/>
                </a:solidFill>
                <a:latin typeface="Malgun Gothic"/>
                <a:ea typeface="Malgun Gothic"/>
                <a:cs typeface="Malgun Gothic"/>
                <a:sym typeface="Malgun Gothic"/>
              </a:rPr>
              <a:t>SECTION 01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3"/>
          <p:cNvSpPr txBox="1"/>
          <p:nvPr/>
        </p:nvSpPr>
        <p:spPr>
          <a:xfrm>
            <a:off x="850392" y="804672"/>
            <a:ext cx="78638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3E6E6"/>
              </a:buClr>
              <a:buSzPts val="3000"/>
              <a:buFont typeface="Malgun Gothic"/>
              <a:buNone/>
            </a:pPr>
            <a:r>
              <a:rPr i="0" lang="en-US" sz="3200" u="none" cap="none" strike="noStrike">
                <a:solidFill>
                  <a:srgbClr val="F3E6E6"/>
                </a:solidFill>
                <a:latin typeface="Hahmlet ExtraBold"/>
                <a:ea typeface="Hahmlet ExtraBold"/>
                <a:cs typeface="Hahmlet ExtraBold"/>
                <a:sym typeface="Hahmlet ExtraBold"/>
              </a:rPr>
              <a:t>팀원 소개</a:t>
            </a:r>
            <a:endParaRPr i="0" sz="3200" u="none" cap="none" strike="noStrike">
              <a:solidFill>
                <a:schemeClr val="dk1"/>
              </a:solidFill>
              <a:latin typeface="Hahmlet ExtraBold"/>
              <a:ea typeface="Hahmlet ExtraBold"/>
              <a:cs typeface="Hahmlet ExtraBold"/>
              <a:sym typeface="Hahmlet ExtraBold"/>
            </a:endParaRPr>
          </a:p>
        </p:txBody>
      </p:sp>
      <p:grpSp>
        <p:nvGrpSpPr>
          <p:cNvPr id="159" name="Google Shape;159;p3"/>
          <p:cNvGrpSpPr/>
          <p:nvPr/>
        </p:nvGrpSpPr>
        <p:grpSpPr>
          <a:xfrm>
            <a:off x="168577" y="2139764"/>
            <a:ext cx="2805398" cy="3767771"/>
            <a:chOff x="850392" y="2139696"/>
            <a:chExt cx="2416988" cy="3246120"/>
          </a:xfrm>
        </p:grpSpPr>
        <p:sp>
          <p:nvSpPr>
            <p:cNvPr id="160" name="Google Shape;160;p3"/>
            <p:cNvSpPr/>
            <p:nvPr/>
          </p:nvSpPr>
          <p:spPr>
            <a:xfrm>
              <a:off x="850392" y="2139696"/>
              <a:ext cx="2416988" cy="3246120"/>
            </a:xfrm>
            <a:prstGeom prst="rect">
              <a:avLst/>
            </a:prstGeom>
            <a:solidFill>
              <a:srgbClr val="F4F4F4"/>
            </a:solidFill>
            <a:ln cap="flat" cmpd="sng" w="22100">
              <a:solidFill>
                <a:srgbClr val="C2162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6125" lIns="106125" spcFirstLastPara="1" rIns="106125" wrap="square" tIns="1061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" name="Google Shape;161;p3"/>
            <p:cNvSpPr/>
            <p:nvPr/>
          </p:nvSpPr>
          <p:spPr>
            <a:xfrm>
              <a:off x="850392" y="2139696"/>
              <a:ext cx="2416988" cy="822960"/>
            </a:xfrm>
            <a:prstGeom prst="rect">
              <a:avLst/>
            </a:prstGeom>
            <a:solidFill>
              <a:srgbClr val="160607"/>
            </a:solidFill>
            <a:ln>
              <a:noFill/>
            </a:ln>
          </p:spPr>
          <p:txBody>
            <a:bodyPr anchorCtr="0" anchor="ctr" bIns="106125" lIns="106125" spcFirstLastPara="1" rIns="106125" wrap="square" tIns="1061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" name="Google Shape;162;p3"/>
            <p:cNvSpPr txBox="1"/>
            <p:nvPr/>
          </p:nvSpPr>
          <p:spPr>
            <a:xfrm>
              <a:off x="1759251" y="2139696"/>
              <a:ext cx="1411200" cy="82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F3E6E6"/>
                </a:buClr>
                <a:buSzPts val="2437"/>
                <a:buFont typeface="Malgun Gothic"/>
                <a:buNone/>
              </a:pPr>
              <a:r>
                <a:rPr b="1" i="0" lang="en-US" sz="2437" u="none" cap="none" strike="noStrike">
                  <a:solidFill>
                    <a:srgbClr val="F3E6E6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박진</a:t>
              </a:r>
              <a:endParaRPr b="0" i="0" sz="243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3" name="Google Shape;163;p3"/>
            <p:cNvSpPr txBox="1"/>
            <p:nvPr/>
          </p:nvSpPr>
          <p:spPr>
            <a:xfrm>
              <a:off x="1069848" y="3241824"/>
              <a:ext cx="1978200" cy="274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C21620"/>
                </a:buClr>
                <a:buSzPts val="2089"/>
                <a:buFont typeface="Malgun Gothic"/>
                <a:buNone/>
              </a:pPr>
              <a:r>
                <a:rPr b="1" i="0" lang="en-US" sz="2100" u="none" cap="none" strike="noStrike">
                  <a:solidFill>
                    <a:srgbClr val="C21620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팀장 · 프론트 기반</a:t>
              </a:r>
              <a:endPara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4" name="Google Shape;164;p3"/>
            <p:cNvSpPr txBox="1"/>
            <p:nvPr/>
          </p:nvSpPr>
          <p:spPr>
            <a:xfrm>
              <a:off x="950785" y="3529584"/>
              <a:ext cx="2316594" cy="16916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575757"/>
                </a:buClr>
                <a:buSzPts val="1625"/>
                <a:buFont typeface="Malgun Gothic"/>
                <a:buNone/>
              </a:pPr>
              <a:br>
                <a:rPr lang="en-US" sz="1625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</a:br>
              <a:r>
                <a:rPr b="0" i="0" lang="en-US" sz="1625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디자인 토큰 · 공용 컴포넌트</a:t>
              </a:r>
              <a:br>
                <a:rPr b="0" i="0" lang="en-US" sz="1625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</a:br>
              <a:endParaRPr b="0" i="0" sz="1393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575757"/>
                </a:buClr>
                <a:buSzPts val="1625"/>
                <a:buFont typeface="Malgun Gothic"/>
                <a:buNone/>
              </a:pPr>
              <a:r>
                <a:rPr b="0" i="0" lang="en-US" sz="1625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랜딩 / </a:t>
              </a:r>
              <a:r>
                <a:rPr lang="en-US" sz="1625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방목록 / 대기실 / </a:t>
              </a:r>
              <a:endParaRPr sz="1625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575757"/>
                </a:buClr>
                <a:buSzPts val="1625"/>
                <a:buFont typeface="Malgun Gothic"/>
                <a:buNone/>
              </a:pPr>
              <a:r>
                <a:rPr b="0" i="0" lang="en-US" sz="1625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결과 / 설문</a:t>
              </a:r>
              <a:endParaRPr b="0" i="0" sz="1451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  <a:p>
              <a:pPr indent="0" lvl="0" marL="0" marR="0" rtl="0" algn="l">
                <a:lnSpc>
                  <a:spcPct val="13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575757"/>
                </a:buClr>
                <a:buSzPts val="1625"/>
                <a:buFont typeface="Malgun Gothic"/>
                <a:buNone/>
              </a:pPr>
              <a:r>
                <a:t/>
              </a:r>
              <a:endParaRPr b="0" i="0" sz="1625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65" name="Google Shape;165;p3"/>
          <p:cNvGrpSpPr/>
          <p:nvPr/>
        </p:nvGrpSpPr>
        <p:grpSpPr>
          <a:xfrm>
            <a:off x="3180300" y="2139707"/>
            <a:ext cx="2805398" cy="3767771"/>
            <a:chOff x="3541700" y="2139696"/>
            <a:chExt cx="2416988" cy="3246120"/>
          </a:xfrm>
        </p:grpSpPr>
        <p:sp>
          <p:nvSpPr>
            <p:cNvPr id="166" name="Google Shape;166;p3"/>
            <p:cNvSpPr/>
            <p:nvPr/>
          </p:nvSpPr>
          <p:spPr>
            <a:xfrm>
              <a:off x="3541700" y="2139696"/>
              <a:ext cx="2416988" cy="3246120"/>
            </a:xfrm>
            <a:prstGeom prst="rect">
              <a:avLst/>
            </a:prstGeom>
            <a:solidFill>
              <a:srgbClr val="F4F4F4"/>
            </a:solidFill>
            <a:ln cap="flat" cmpd="sng" w="25800">
              <a:solidFill>
                <a:srgbClr val="C2162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6125" lIns="106125" spcFirstLastPara="1" rIns="106125" wrap="square" tIns="1061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" name="Google Shape;167;p3"/>
            <p:cNvSpPr/>
            <p:nvPr/>
          </p:nvSpPr>
          <p:spPr>
            <a:xfrm>
              <a:off x="3541700" y="2139696"/>
              <a:ext cx="2416988" cy="822960"/>
            </a:xfrm>
            <a:prstGeom prst="rect">
              <a:avLst/>
            </a:prstGeom>
            <a:solidFill>
              <a:srgbClr val="160607"/>
            </a:solidFill>
            <a:ln>
              <a:noFill/>
            </a:ln>
          </p:spPr>
          <p:txBody>
            <a:bodyPr anchorCtr="0" anchor="ctr" bIns="106125" lIns="106125" spcFirstLastPara="1" rIns="106125" wrap="square" tIns="1061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" name="Google Shape;168;p3"/>
            <p:cNvSpPr txBox="1"/>
            <p:nvPr/>
          </p:nvSpPr>
          <p:spPr>
            <a:xfrm>
              <a:off x="4400754" y="2139696"/>
              <a:ext cx="1411200" cy="82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F3E6E6"/>
                </a:buClr>
                <a:buSzPts val="2437"/>
                <a:buFont typeface="Malgun Gothic"/>
                <a:buNone/>
              </a:pPr>
              <a:r>
                <a:rPr b="1" i="0" lang="en-US" sz="2437" u="none" cap="none" strike="noStrike">
                  <a:solidFill>
                    <a:srgbClr val="F3E6E6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이현우</a:t>
              </a:r>
              <a:endParaRPr b="0" i="0" sz="243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9" name="Google Shape;169;p3"/>
            <p:cNvSpPr txBox="1"/>
            <p:nvPr/>
          </p:nvSpPr>
          <p:spPr>
            <a:xfrm>
              <a:off x="3761156" y="3241824"/>
              <a:ext cx="1978200" cy="274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C21620"/>
                </a:buClr>
                <a:buSzPts val="2089"/>
                <a:buFont typeface="Malgun Gothic"/>
                <a:buNone/>
              </a:pPr>
              <a:r>
                <a:rPr b="1" i="0" lang="en-US" sz="2100" u="none" cap="none" strike="noStrike">
                  <a:solidFill>
                    <a:srgbClr val="C21620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프론트 · 게임 화면</a:t>
              </a:r>
              <a:endPara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0" name="Google Shape;170;p3"/>
            <p:cNvSpPr txBox="1"/>
            <p:nvPr/>
          </p:nvSpPr>
          <p:spPr>
            <a:xfrm>
              <a:off x="3631752" y="3432084"/>
              <a:ext cx="2307300" cy="169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575757"/>
                </a:buClr>
                <a:buSzPts val="1625"/>
                <a:buFont typeface="Malgun Gothic"/>
                <a:buNone/>
              </a:pPr>
              <a:r>
                <a:rPr b="0" i="0" lang="en-US" sz="1625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게임 플레이 화면</a:t>
              </a:r>
              <a:br>
                <a:rPr b="0" i="0" lang="en-US" sz="1625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</a:br>
              <a:endParaRPr b="0" i="0" sz="1625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575757"/>
                </a:buClr>
                <a:buSzPts val="1625"/>
                <a:buFont typeface="Malgun Gothic"/>
                <a:buNone/>
              </a:pPr>
              <a:r>
                <a:rPr b="0" i="0" lang="en-US" sz="1625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모바일 렌더 최적화</a:t>
              </a:r>
              <a:endParaRPr b="0" i="0" sz="1625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71" name="Google Shape;171;p3"/>
          <p:cNvGrpSpPr/>
          <p:nvPr/>
        </p:nvGrpSpPr>
        <p:grpSpPr>
          <a:xfrm>
            <a:off x="6191787" y="2139660"/>
            <a:ext cx="2805398" cy="3767447"/>
            <a:chOff x="6233008" y="2139696"/>
            <a:chExt cx="2416988" cy="3246120"/>
          </a:xfrm>
        </p:grpSpPr>
        <p:sp>
          <p:nvSpPr>
            <p:cNvPr id="172" name="Google Shape;172;p3"/>
            <p:cNvSpPr/>
            <p:nvPr/>
          </p:nvSpPr>
          <p:spPr>
            <a:xfrm>
              <a:off x="6233008" y="2139696"/>
              <a:ext cx="2416988" cy="3246120"/>
            </a:xfrm>
            <a:prstGeom prst="rect">
              <a:avLst/>
            </a:prstGeom>
            <a:solidFill>
              <a:srgbClr val="F4F4F4"/>
            </a:solidFill>
            <a:ln cap="flat" cmpd="sng" w="22125">
              <a:solidFill>
                <a:srgbClr val="C2162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6100" lIns="106100" spcFirstLastPara="1" rIns="106100" wrap="square" tIns="106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" name="Google Shape;173;p3"/>
            <p:cNvSpPr/>
            <p:nvPr/>
          </p:nvSpPr>
          <p:spPr>
            <a:xfrm>
              <a:off x="6233008" y="2139696"/>
              <a:ext cx="2416988" cy="822960"/>
            </a:xfrm>
            <a:prstGeom prst="rect">
              <a:avLst/>
            </a:prstGeom>
            <a:solidFill>
              <a:srgbClr val="160607"/>
            </a:solidFill>
            <a:ln>
              <a:noFill/>
            </a:ln>
          </p:spPr>
          <p:txBody>
            <a:bodyPr anchorCtr="0" anchor="ctr" bIns="106100" lIns="106100" spcFirstLastPara="1" rIns="106100" wrap="square" tIns="106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" name="Google Shape;174;p3"/>
            <p:cNvSpPr txBox="1"/>
            <p:nvPr/>
          </p:nvSpPr>
          <p:spPr>
            <a:xfrm>
              <a:off x="6452464" y="2139696"/>
              <a:ext cx="548640" cy="8229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FF2733"/>
                </a:buClr>
                <a:buSzPts val="3018"/>
                <a:buFont typeface="Malgun Gothic"/>
                <a:buNone/>
              </a:pPr>
              <a:r>
                <a:t/>
              </a:r>
              <a:endParaRPr b="0" i="0" sz="3018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5" name="Google Shape;175;p3"/>
            <p:cNvSpPr txBox="1"/>
            <p:nvPr/>
          </p:nvSpPr>
          <p:spPr>
            <a:xfrm>
              <a:off x="7105626" y="2139696"/>
              <a:ext cx="1411200" cy="82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F3E6E6"/>
                </a:buClr>
                <a:buSzPts val="2437"/>
                <a:buFont typeface="Malgun Gothic"/>
                <a:buNone/>
              </a:pPr>
              <a:r>
                <a:rPr b="1" i="0" lang="en-US" sz="2437" u="none" cap="none" strike="noStrike">
                  <a:solidFill>
                    <a:srgbClr val="F3E6E6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유민성</a:t>
              </a:r>
              <a:endParaRPr b="0" i="0" sz="243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6" name="Google Shape;176;p3"/>
            <p:cNvSpPr txBox="1"/>
            <p:nvPr/>
          </p:nvSpPr>
          <p:spPr>
            <a:xfrm>
              <a:off x="6452464" y="3241831"/>
              <a:ext cx="1978200" cy="274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C21620"/>
                </a:buClr>
                <a:buSzPts val="2089"/>
                <a:buFont typeface="Malgun Gothic"/>
                <a:buNone/>
              </a:pPr>
              <a:r>
                <a:rPr b="1" i="0" lang="en-US" sz="2100" u="none" cap="none" strike="noStrike">
                  <a:solidFill>
                    <a:srgbClr val="C21620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백엔드 · 서버</a:t>
              </a:r>
              <a:endPara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7" name="Google Shape;177;p3"/>
            <p:cNvSpPr txBox="1"/>
            <p:nvPr/>
          </p:nvSpPr>
          <p:spPr>
            <a:xfrm>
              <a:off x="6305066" y="3754509"/>
              <a:ext cx="2323800" cy="1369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77"/>
                <a:buFont typeface="Arial"/>
                <a:buNone/>
              </a:pPr>
              <a:r>
                <a:rPr lang="en-US" sz="1509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Socket.IO 서버 · 이벤트 핸들링</a:t>
              </a:r>
              <a:endParaRPr sz="1509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77"/>
                <a:buFont typeface="Arial"/>
                <a:buNone/>
              </a:pPr>
              <a:r>
                <a:rPr lang="en-US" sz="1509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페이즈 · 타이머 · 정보 격리</a:t>
              </a:r>
              <a:endParaRPr sz="1509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77"/>
                <a:buFont typeface="Arial"/>
                <a:buNone/>
              </a:pPr>
              <a:r>
                <a:t/>
              </a:r>
              <a:endParaRPr sz="1509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77"/>
                <a:buFont typeface="Arial"/>
                <a:buNone/>
              </a:pPr>
              <a:r>
                <a:rPr lang="en-US" sz="1509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Supabase 스키마 · 인프라 설계</a:t>
              </a:r>
              <a:endParaRPr sz="1509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575757"/>
                </a:buClr>
                <a:buSzPts val="1625"/>
                <a:buFont typeface="Malgun Gothic"/>
                <a:buNone/>
              </a:pPr>
              <a:r>
                <a:t/>
              </a:r>
              <a:endParaRPr sz="1509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grpSp>
        <p:nvGrpSpPr>
          <p:cNvPr id="178" name="Google Shape;178;p3"/>
          <p:cNvGrpSpPr/>
          <p:nvPr/>
        </p:nvGrpSpPr>
        <p:grpSpPr>
          <a:xfrm>
            <a:off x="9204016" y="2139770"/>
            <a:ext cx="2805398" cy="3767771"/>
            <a:chOff x="8924315" y="2139696"/>
            <a:chExt cx="2416988" cy="3246120"/>
          </a:xfrm>
        </p:grpSpPr>
        <p:sp>
          <p:nvSpPr>
            <p:cNvPr id="179" name="Google Shape;179;p3"/>
            <p:cNvSpPr/>
            <p:nvPr/>
          </p:nvSpPr>
          <p:spPr>
            <a:xfrm>
              <a:off x="8924315" y="2139696"/>
              <a:ext cx="2416988" cy="3246120"/>
            </a:xfrm>
            <a:prstGeom prst="rect">
              <a:avLst/>
            </a:prstGeom>
            <a:solidFill>
              <a:srgbClr val="F4F4F4"/>
            </a:solidFill>
            <a:ln cap="flat" cmpd="sng" w="22125">
              <a:solidFill>
                <a:srgbClr val="C2162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6100" lIns="106100" spcFirstLastPara="1" rIns="106100" wrap="square" tIns="106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" name="Google Shape;180;p3"/>
            <p:cNvSpPr/>
            <p:nvPr/>
          </p:nvSpPr>
          <p:spPr>
            <a:xfrm>
              <a:off x="8924315" y="2139696"/>
              <a:ext cx="2416988" cy="822960"/>
            </a:xfrm>
            <a:prstGeom prst="rect">
              <a:avLst/>
            </a:prstGeom>
            <a:solidFill>
              <a:srgbClr val="160607"/>
            </a:solidFill>
            <a:ln>
              <a:noFill/>
            </a:ln>
          </p:spPr>
          <p:txBody>
            <a:bodyPr anchorCtr="0" anchor="ctr" bIns="106100" lIns="106100" spcFirstLastPara="1" rIns="106100" wrap="square" tIns="106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" name="Google Shape;181;p3"/>
            <p:cNvSpPr txBox="1"/>
            <p:nvPr/>
          </p:nvSpPr>
          <p:spPr>
            <a:xfrm>
              <a:off x="9790151" y="2139696"/>
              <a:ext cx="1411200" cy="82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F3E6E6"/>
                </a:buClr>
                <a:buSzPts val="2437"/>
                <a:buFont typeface="Malgun Gothic"/>
                <a:buNone/>
              </a:pPr>
              <a:r>
                <a:rPr b="1" i="0" lang="en-US" sz="2437" u="none" cap="none" strike="noStrike">
                  <a:solidFill>
                    <a:srgbClr val="F3E6E6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김정현</a:t>
              </a:r>
              <a:endParaRPr b="0" i="0" sz="243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2" name="Google Shape;182;p3"/>
            <p:cNvSpPr txBox="1"/>
            <p:nvPr/>
          </p:nvSpPr>
          <p:spPr>
            <a:xfrm>
              <a:off x="9143771" y="3241824"/>
              <a:ext cx="1978200" cy="274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C21620"/>
                </a:buClr>
                <a:buSzPts val="2089"/>
                <a:buFont typeface="Malgun Gothic"/>
                <a:buNone/>
              </a:pPr>
              <a:r>
                <a:rPr b="1" i="0" lang="en-US" sz="2100" u="none" cap="none" strike="noStrike">
                  <a:solidFill>
                    <a:srgbClr val="C21620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봇 엔진</a:t>
              </a:r>
              <a:endPara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3" name="Google Shape;183;p3"/>
            <p:cNvSpPr txBox="1"/>
            <p:nvPr/>
          </p:nvSpPr>
          <p:spPr>
            <a:xfrm>
              <a:off x="8979092" y="3502834"/>
              <a:ext cx="2307300" cy="169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575757"/>
                </a:buClr>
                <a:buSzPts val="1625"/>
                <a:buFont typeface="Malgun Gothic"/>
                <a:buNone/>
              </a:pPr>
              <a:r>
                <a:rPr b="0" i="0" lang="en-US" sz="1625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판단 → 생성 → 검사 → 출력</a:t>
              </a:r>
              <a:endParaRPr b="0" i="0" sz="1625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575757"/>
                </a:buClr>
                <a:buSzPts val="1625"/>
                <a:buFont typeface="Malgun Gothic"/>
                <a:buNone/>
              </a:pPr>
              <a:r>
                <a:rPr b="0" i="0" lang="en-US" sz="1625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말투 규칙 · 무브 목록</a:t>
              </a:r>
              <a:r>
                <a:rPr lang="en-US" sz="1625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</a:t>
              </a:r>
              <a:endParaRPr sz="1625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575757"/>
                </a:buClr>
                <a:buSzPts val="1625"/>
                <a:buFont typeface="Malgun Gothic"/>
                <a:buNone/>
              </a:pPr>
              <a:r>
                <a:t/>
              </a:r>
              <a:endParaRPr sz="1525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575757"/>
                </a:buClr>
                <a:buSzPts val="1625"/>
                <a:buFont typeface="Malgun Gothic"/>
                <a:buNone/>
              </a:pPr>
              <a:r>
                <a:rPr b="0" i="0" lang="en-US" sz="1525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프롬프트</a:t>
              </a:r>
              <a:r>
                <a:rPr lang="en-US" sz="1525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자가 개선 루프 설계</a:t>
              </a:r>
              <a:endParaRPr sz="1525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sp>
        <p:nvSpPr>
          <p:cNvPr id="184" name="Google Shape;184;p3"/>
          <p:cNvSpPr/>
          <p:nvPr/>
        </p:nvSpPr>
        <p:spPr>
          <a:xfrm>
            <a:off x="260732" y="2228225"/>
            <a:ext cx="758400" cy="777300"/>
          </a:xfrm>
          <a:prstGeom prst="ellipse">
            <a:avLst/>
          </a:prstGeom>
          <a:noFill/>
          <a:ln cap="flat" cmpd="sng" w="38100">
            <a:solidFill>
              <a:srgbClr val="FF27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>
                <a:solidFill>
                  <a:srgbClr val="FF2733"/>
                </a:solidFill>
                <a:latin typeface="Hahmlet ExtraBold"/>
                <a:ea typeface="Hahmlet ExtraBold"/>
                <a:cs typeface="Hahmlet ExtraBold"/>
                <a:sym typeface="Hahmlet ExtraBold"/>
              </a:rPr>
              <a:t>F</a:t>
            </a:r>
            <a:endParaRPr sz="3400">
              <a:solidFill>
                <a:srgbClr val="FF2733"/>
              </a:solidFill>
              <a:latin typeface="Hahmlet ExtraBold"/>
              <a:ea typeface="Hahmlet ExtraBold"/>
              <a:cs typeface="Hahmlet ExtraBold"/>
              <a:sym typeface="Hahmlet ExtraBold"/>
            </a:endParaRPr>
          </a:p>
        </p:txBody>
      </p:sp>
      <p:sp>
        <p:nvSpPr>
          <p:cNvPr id="185" name="Google Shape;185;p3"/>
          <p:cNvSpPr/>
          <p:nvPr/>
        </p:nvSpPr>
        <p:spPr>
          <a:xfrm>
            <a:off x="3265492" y="2228225"/>
            <a:ext cx="758400" cy="777300"/>
          </a:xfrm>
          <a:prstGeom prst="ellipse">
            <a:avLst/>
          </a:prstGeom>
          <a:noFill/>
          <a:ln cap="flat" cmpd="sng" w="38100">
            <a:solidFill>
              <a:srgbClr val="FF27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>
                <a:solidFill>
                  <a:srgbClr val="FF2733"/>
                </a:solidFill>
                <a:latin typeface="Hahmlet ExtraBold"/>
                <a:ea typeface="Hahmlet ExtraBold"/>
                <a:cs typeface="Hahmlet ExtraBold"/>
                <a:sym typeface="Hahmlet ExtraBold"/>
              </a:rPr>
              <a:t>F</a:t>
            </a:r>
            <a:endParaRPr sz="3400">
              <a:solidFill>
                <a:srgbClr val="FF2733"/>
              </a:solidFill>
              <a:latin typeface="Hahmlet ExtraBold"/>
              <a:ea typeface="Hahmlet ExtraBold"/>
              <a:cs typeface="Hahmlet ExtraBold"/>
              <a:sym typeface="Hahmlet ExtraBold"/>
            </a:endParaRPr>
          </a:p>
        </p:txBody>
      </p:sp>
      <p:sp>
        <p:nvSpPr>
          <p:cNvPr id="186" name="Google Shape;186;p3"/>
          <p:cNvSpPr/>
          <p:nvPr/>
        </p:nvSpPr>
        <p:spPr>
          <a:xfrm>
            <a:off x="6282317" y="2228225"/>
            <a:ext cx="758400" cy="777300"/>
          </a:xfrm>
          <a:prstGeom prst="ellipse">
            <a:avLst/>
          </a:prstGeom>
          <a:noFill/>
          <a:ln cap="flat" cmpd="sng" w="38100">
            <a:solidFill>
              <a:srgbClr val="FF27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>
                <a:solidFill>
                  <a:srgbClr val="FF2733"/>
                </a:solidFill>
                <a:latin typeface="Hahmlet ExtraBold"/>
                <a:ea typeface="Hahmlet ExtraBold"/>
                <a:cs typeface="Hahmlet ExtraBold"/>
                <a:sym typeface="Hahmlet ExtraBold"/>
              </a:rPr>
              <a:t>B</a:t>
            </a:r>
            <a:endParaRPr sz="3400">
              <a:solidFill>
                <a:srgbClr val="FF2733"/>
              </a:solidFill>
              <a:latin typeface="Hahmlet ExtraBold"/>
              <a:ea typeface="Hahmlet ExtraBold"/>
              <a:cs typeface="Hahmlet ExtraBold"/>
              <a:sym typeface="Hahmlet ExtraBold"/>
            </a:endParaRPr>
          </a:p>
        </p:txBody>
      </p:sp>
      <p:sp>
        <p:nvSpPr>
          <p:cNvPr id="187" name="Google Shape;187;p3"/>
          <p:cNvSpPr/>
          <p:nvPr/>
        </p:nvSpPr>
        <p:spPr>
          <a:xfrm>
            <a:off x="9299142" y="2228225"/>
            <a:ext cx="758400" cy="777300"/>
          </a:xfrm>
          <a:prstGeom prst="ellipse">
            <a:avLst/>
          </a:prstGeom>
          <a:noFill/>
          <a:ln cap="flat" cmpd="sng" w="38100">
            <a:solidFill>
              <a:srgbClr val="FF27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>
                <a:solidFill>
                  <a:srgbClr val="FF2733"/>
                </a:solidFill>
                <a:latin typeface="Hahmlet ExtraBold"/>
                <a:ea typeface="Hahmlet ExtraBold"/>
                <a:cs typeface="Hahmlet ExtraBold"/>
                <a:sym typeface="Hahmlet ExtraBold"/>
              </a:rPr>
              <a:t>B</a:t>
            </a:r>
            <a:endParaRPr sz="3400">
              <a:solidFill>
                <a:srgbClr val="FF2733"/>
              </a:solidFill>
              <a:latin typeface="Hahmlet ExtraBold"/>
              <a:ea typeface="Hahmlet ExtraBold"/>
              <a:cs typeface="Hahmlet ExtraBold"/>
              <a:sym typeface="Hahmlet ExtraBold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4"/>
          <p:cNvSpPr/>
          <p:nvPr/>
        </p:nvSpPr>
        <p:spPr>
          <a:xfrm>
            <a:off x="0" y="0"/>
            <a:ext cx="12191695" cy="1755648"/>
          </a:xfrm>
          <a:prstGeom prst="rect">
            <a:avLst/>
          </a:prstGeom>
          <a:solidFill>
            <a:srgbClr val="16060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4"/>
          <p:cNvSpPr/>
          <p:nvPr/>
        </p:nvSpPr>
        <p:spPr>
          <a:xfrm>
            <a:off x="0" y="1755648"/>
            <a:ext cx="12191695" cy="32004"/>
          </a:xfrm>
          <a:prstGeom prst="rect">
            <a:avLst/>
          </a:prstGeom>
          <a:solidFill>
            <a:srgbClr val="FF27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4"/>
          <p:cNvSpPr txBox="1"/>
          <p:nvPr/>
        </p:nvSpPr>
        <p:spPr>
          <a:xfrm>
            <a:off x="850392" y="457200"/>
            <a:ext cx="10490911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2733"/>
              </a:buClr>
              <a:buSzPts val="2100"/>
              <a:buFont typeface="Malgun Gothic"/>
              <a:buNone/>
            </a:pPr>
            <a:r>
              <a:rPr b="1" i="0" lang="en-US" sz="2100" u="none" cap="none" strike="noStrike">
                <a:solidFill>
                  <a:srgbClr val="FF2733"/>
                </a:solidFill>
                <a:latin typeface="Malgun Gothic"/>
                <a:ea typeface="Malgun Gothic"/>
                <a:cs typeface="Malgun Gothic"/>
                <a:sym typeface="Malgun Gothic"/>
              </a:rPr>
              <a:t>SECTION 02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4"/>
          <p:cNvSpPr txBox="1"/>
          <p:nvPr/>
        </p:nvSpPr>
        <p:spPr>
          <a:xfrm>
            <a:off x="850392" y="804672"/>
            <a:ext cx="78638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3E6E6"/>
              </a:buClr>
              <a:buSzPts val="3000"/>
              <a:buFont typeface="Malgun Gothic"/>
              <a:buNone/>
            </a:pPr>
            <a:r>
              <a:rPr i="0" lang="en-US" sz="3200" u="none" cap="none" strike="noStrike">
                <a:solidFill>
                  <a:srgbClr val="F3E6E6"/>
                </a:solidFill>
                <a:latin typeface="Hahmlet ExtraBold"/>
                <a:ea typeface="Hahmlet ExtraBold"/>
                <a:cs typeface="Hahmlet ExtraBold"/>
                <a:sym typeface="Hahmlet ExtraBold"/>
              </a:rPr>
              <a:t>기획 배경</a:t>
            </a:r>
            <a:endParaRPr i="0" sz="3200" u="none" cap="none" strike="noStrike">
              <a:solidFill>
                <a:schemeClr val="dk1"/>
              </a:solidFill>
              <a:latin typeface="Hahmlet ExtraBold"/>
              <a:ea typeface="Hahmlet ExtraBold"/>
              <a:cs typeface="Hahmlet ExtraBold"/>
              <a:sym typeface="Hahmlet ExtraBold"/>
            </a:endParaRPr>
          </a:p>
        </p:txBody>
      </p:sp>
      <p:sp>
        <p:nvSpPr>
          <p:cNvPr id="197" name="Google Shape;197;p4"/>
          <p:cNvSpPr txBox="1"/>
          <p:nvPr/>
        </p:nvSpPr>
        <p:spPr>
          <a:xfrm>
            <a:off x="850392" y="1969944"/>
            <a:ext cx="10491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만들고 싶었던 건 게임이 아니라 봇이었습니다</a:t>
            </a:r>
            <a:endParaRPr sz="2400"/>
          </a:p>
        </p:txBody>
      </p:sp>
      <p:sp>
        <p:nvSpPr>
          <p:cNvPr id="198" name="Google Shape;198;p4"/>
          <p:cNvSpPr txBox="1"/>
          <p:nvPr/>
        </p:nvSpPr>
        <p:spPr>
          <a:xfrm>
            <a:off x="850392" y="2438460"/>
            <a:ext cx="104913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100">
                <a:solidFill>
                  <a:srgbClr val="575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라이어 게임은 그 봇을 관찰하기 위한 </a:t>
            </a:r>
            <a:r>
              <a:rPr lang="en-US" sz="2100">
                <a:solidFill>
                  <a:srgbClr val="575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도구</a:t>
            </a:r>
            <a:r>
              <a:rPr b="0" lang="en-US" sz="2100">
                <a:solidFill>
                  <a:srgbClr val="575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입니다.</a:t>
            </a:r>
            <a:endParaRPr sz="2100"/>
          </a:p>
        </p:txBody>
      </p:sp>
      <p:sp>
        <p:nvSpPr>
          <p:cNvPr id="199" name="Google Shape;199;p4"/>
          <p:cNvSpPr/>
          <p:nvPr/>
        </p:nvSpPr>
        <p:spPr>
          <a:xfrm>
            <a:off x="850392" y="2835544"/>
            <a:ext cx="10491300" cy="11100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4"/>
          <p:cNvSpPr/>
          <p:nvPr/>
        </p:nvSpPr>
        <p:spPr>
          <a:xfrm>
            <a:off x="850400" y="2936675"/>
            <a:ext cx="4892100" cy="10566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4"/>
          <p:cNvSpPr/>
          <p:nvPr/>
        </p:nvSpPr>
        <p:spPr>
          <a:xfrm>
            <a:off x="1020225" y="3097300"/>
            <a:ext cx="1254300" cy="369300"/>
          </a:xfrm>
          <a:prstGeom prst="roundRect">
            <a:avLst>
              <a:gd fmla="val 14285" name="adj"/>
            </a:avLst>
          </a:prstGeom>
          <a:solidFill>
            <a:srgbClr val="DCDCD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4"/>
          <p:cNvSpPr txBox="1"/>
          <p:nvPr/>
        </p:nvSpPr>
        <p:spPr>
          <a:xfrm>
            <a:off x="1031554" y="3153050"/>
            <a:ext cx="1186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문제 인식</a:t>
            </a:r>
            <a:endParaRPr b="1" sz="1800">
              <a:solidFill>
                <a:schemeClr val="dk1"/>
              </a:solidFill>
            </a:endParaRPr>
          </a:p>
        </p:txBody>
      </p:sp>
      <p:sp>
        <p:nvSpPr>
          <p:cNvPr id="203" name="Google Shape;203;p4"/>
          <p:cNvSpPr txBox="1"/>
          <p:nvPr/>
        </p:nvSpPr>
        <p:spPr>
          <a:xfrm>
            <a:off x="1020223" y="3547952"/>
            <a:ext cx="46545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AI는 소셜 디덕션 게임할 때 티가 난다</a:t>
            </a:r>
            <a:endParaRPr b="1">
              <a:solidFill>
                <a:schemeClr val="dk1"/>
              </a:solidFill>
            </a:endParaRPr>
          </a:p>
        </p:txBody>
      </p:sp>
      <p:cxnSp>
        <p:nvCxnSpPr>
          <p:cNvPr id="204" name="Google Shape;204;p4"/>
          <p:cNvCxnSpPr/>
          <p:nvPr/>
        </p:nvCxnSpPr>
        <p:spPr>
          <a:xfrm>
            <a:off x="3296412" y="4025261"/>
            <a:ext cx="0" cy="255900"/>
          </a:xfrm>
          <a:prstGeom prst="straightConnector1">
            <a:avLst/>
          </a:prstGeom>
          <a:noFill/>
          <a:ln cap="flat" cmpd="sng" w="19050">
            <a:solidFill>
              <a:srgbClr val="1A1A1A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8040"/>
              </a:srgbClr>
            </a:outerShdw>
          </a:effectLst>
        </p:spPr>
      </p:cxnSp>
      <p:sp>
        <p:nvSpPr>
          <p:cNvPr id="205" name="Google Shape;205;p4"/>
          <p:cNvSpPr/>
          <p:nvPr/>
        </p:nvSpPr>
        <p:spPr>
          <a:xfrm>
            <a:off x="850392" y="4326561"/>
            <a:ext cx="4892100" cy="1463100"/>
          </a:xfrm>
          <a:prstGeom prst="rect">
            <a:avLst/>
          </a:prstGeom>
          <a:solidFill>
            <a:srgbClr val="160607"/>
          </a:solidFill>
          <a:ln cap="flat" cmpd="sng" w="22225">
            <a:solidFill>
              <a:srgbClr val="FF27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4"/>
          <p:cNvSpPr/>
          <p:nvPr/>
        </p:nvSpPr>
        <p:spPr>
          <a:xfrm>
            <a:off x="1031548" y="4439046"/>
            <a:ext cx="1254300" cy="369300"/>
          </a:xfrm>
          <a:prstGeom prst="roundRect">
            <a:avLst>
              <a:gd fmla="val 14285" name="adj"/>
            </a:avLst>
          </a:prstGeom>
          <a:solidFill>
            <a:srgbClr val="FF27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4"/>
          <p:cNvSpPr txBox="1"/>
          <p:nvPr/>
        </p:nvSpPr>
        <p:spPr>
          <a:xfrm>
            <a:off x="1031539" y="4502464"/>
            <a:ext cx="1254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160607"/>
                </a:solidFill>
                <a:latin typeface="Malgun Gothic"/>
                <a:ea typeface="Malgun Gothic"/>
                <a:cs typeface="Malgun Gothic"/>
                <a:sym typeface="Malgun Gothic"/>
              </a:rPr>
              <a:t>개선</a:t>
            </a:r>
            <a:r>
              <a:rPr b="1" lang="en-US" sz="1800">
                <a:solidFill>
                  <a:srgbClr val="160607"/>
                </a:solidFill>
                <a:latin typeface="Malgun Gothic"/>
                <a:ea typeface="Malgun Gothic"/>
                <a:cs typeface="Malgun Gothic"/>
                <a:sym typeface="Malgun Gothic"/>
              </a:rPr>
              <a:t> 방향</a:t>
            </a:r>
            <a:endParaRPr sz="1800"/>
          </a:p>
        </p:txBody>
      </p:sp>
      <p:sp>
        <p:nvSpPr>
          <p:cNvPr id="208" name="Google Shape;208;p4"/>
          <p:cNvSpPr txBox="1"/>
          <p:nvPr/>
        </p:nvSpPr>
        <p:spPr>
          <a:xfrm>
            <a:off x="1020235" y="4922188"/>
            <a:ext cx="44166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F3E6E6"/>
                </a:solidFill>
                <a:latin typeface="Malgun Gothic"/>
                <a:ea typeface="Malgun Gothic"/>
                <a:cs typeface="Malgun Gothic"/>
                <a:sym typeface="Malgun Gothic"/>
              </a:rPr>
              <a:t>사람처럼 </a:t>
            </a:r>
            <a:r>
              <a:rPr b="1" lang="en-US" sz="2100">
                <a:solidFill>
                  <a:srgbClr val="F3E6E6"/>
                </a:solidFill>
                <a:latin typeface="Malgun Gothic"/>
                <a:ea typeface="Malgun Gothic"/>
                <a:cs typeface="Malgun Gothic"/>
                <a:sym typeface="Malgun Gothic"/>
              </a:rPr>
              <a:t>말하</a:t>
            </a:r>
            <a:r>
              <a:rPr b="1" lang="en-US" sz="2100">
                <a:solidFill>
                  <a:srgbClr val="F3E6E6"/>
                </a:solidFill>
                <a:latin typeface="Malgun Gothic"/>
                <a:ea typeface="Malgun Gothic"/>
                <a:cs typeface="Malgun Gothic"/>
                <a:sym typeface="Malgun Gothic"/>
              </a:rPr>
              <a:t>는 봇을 넣는다</a:t>
            </a:r>
            <a:endParaRPr/>
          </a:p>
        </p:txBody>
      </p:sp>
      <p:sp>
        <p:nvSpPr>
          <p:cNvPr id="209" name="Google Shape;209;p4"/>
          <p:cNvSpPr txBox="1"/>
          <p:nvPr/>
        </p:nvSpPr>
        <p:spPr>
          <a:xfrm>
            <a:off x="1020224" y="5334925"/>
            <a:ext cx="46545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FF2733"/>
                </a:solidFill>
                <a:latin typeface="Malgun Gothic"/>
                <a:ea typeface="Malgun Gothic"/>
                <a:cs typeface="Malgun Gothic"/>
                <a:sym typeface="Malgun Gothic"/>
              </a:rPr>
              <a:t>그리고 그 봇이 스스로 나아지게 한다</a:t>
            </a:r>
            <a:endParaRPr/>
          </a:p>
        </p:txBody>
      </p:sp>
      <p:sp>
        <p:nvSpPr>
          <p:cNvPr id="210" name="Google Shape;210;p4"/>
          <p:cNvSpPr txBox="1"/>
          <p:nvPr/>
        </p:nvSpPr>
        <p:spPr>
          <a:xfrm>
            <a:off x="6108192" y="2974878"/>
            <a:ext cx="21945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solidFill>
                  <a:srgbClr val="C21620"/>
                </a:solidFill>
                <a:latin typeface="Malgun Gothic"/>
                <a:ea typeface="Malgun Gothic"/>
                <a:cs typeface="Malgun Gothic"/>
                <a:sym typeface="Malgun Gothic"/>
              </a:rPr>
              <a:t>개선 루프</a:t>
            </a:r>
            <a:endParaRPr b="1" sz="2500"/>
          </a:p>
        </p:txBody>
      </p:sp>
      <p:sp>
        <p:nvSpPr>
          <p:cNvPr id="211" name="Google Shape;211;p4"/>
          <p:cNvSpPr/>
          <p:nvPr/>
        </p:nvSpPr>
        <p:spPr>
          <a:xfrm>
            <a:off x="9902166" y="2938311"/>
            <a:ext cx="1382700" cy="502800"/>
          </a:xfrm>
          <a:prstGeom prst="roundRect">
            <a:avLst>
              <a:gd fmla="val 14285" name="adj"/>
            </a:avLst>
          </a:prstGeom>
          <a:solidFill>
            <a:srgbClr val="C2162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4"/>
          <p:cNvSpPr txBox="1"/>
          <p:nvPr/>
        </p:nvSpPr>
        <p:spPr>
          <a:xfrm>
            <a:off x="9902218" y="3051478"/>
            <a:ext cx="13827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구현 완료</a:t>
            </a:r>
            <a:endParaRPr sz="2100"/>
          </a:p>
        </p:txBody>
      </p:sp>
      <p:sp>
        <p:nvSpPr>
          <p:cNvPr id="213" name="Google Shape;213;p4"/>
          <p:cNvSpPr txBox="1"/>
          <p:nvPr/>
        </p:nvSpPr>
        <p:spPr>
          <a:xfrm>
            <a:off x="6108192" y="3611337"/>
            <a:ext cx="4023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C21620"/>
                </a:solidFill>
                <a:latin typeface="Malgun Gothic"/>
                <a:ea typeface="Malgun Gothic"/>
                <a:cs typeface="Malgun Gothic"/>
                <a:sym typeface="Malgun Gothic"/>
              </a:rPr>
              <a:t>01</a:t>
            </a:r>
            <a:endParaRPr sz="1800"/>
          </a:p>
        </p:txBody>
      </p:sp>
      <p:sp>
        <p:nvSpPr>
          <p:cNvPr id="214" name="Google Shape;214;p4"/>
          <p:cNvSpPr txBox="1"/>
          <p:nvPr/>
        </p:nvSpPr>
        <p:spPr>
          <a:xfrm>
            <a:off x="6583679" y="3626999"/>
            <a:ext cx="47580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한 판이 끝난다</a:t>
            </a:r>
            <a:endParaRPr sz="1800"/>
          </a:p>
        </p:txBody>
      </p:sp>
      <p:sp>
        <p:nvSpPr>
          <p:cNvPr id="215" name="Google Shape;215;p4"/>
          <p:cNvSpPr/>
          <p:nvPr/>
        </p:nvSpPr>
        <p:spPr>
          <a:xfrm>
            <a:off x="6108192" y="4027615"/>
            <a:ext cx="5233500" cy="11100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4"/>
          <p:cNvSpPr txBox="1"/>
          <p:nvPr/>
        </p:nvSpPr>
        <p:spPr>
          <a:xfrm>
            <a:off x="6108192" y="4191301"/>
            <a:ext cx="4023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C21620"/>
                </a:solidFill>
                <a:latin typeface="Malgun Gothic"/>
                <a:ea typeface="Malgun Gothic"/>
                <a:cs typeface="Malgun Gothic"/>
                <a:sym typeface="Malgun Gothic"/>
              </a:rPr>
              <a:t>02</a:t>
            </a:r>
            <a:endParaRPr sz="1800"/>
          </a:p>
        </p:txBody>
      </p:sp>
      <p:sp>
        <p:nvSpPr>
          <p:cNvPr id="217" name="Google Shape;217;p4"/>
          <p:cNvSpPr txBox="1"/>
          <p:nvPr/>
        </p:nvSpPr>
        <p:spPr>
          <a:xfrm>
            <a:off x="6583679" y="4195646"/>
            <a:ext cx="47580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봇 티가 난 부분을 설문으로 받는다</a:t>
            </a:r>
            <a:endParaRPr sz="1800"/>
          </a:p>
        </p:txBody>
      </p:sp>
      <p:sp>
        <p:nvSpPr>
          <p:cNvPr id="218" name="Google Shape;218;p4"/>
          <p:cNvSpPr/>
          <p:nvPr/>
        </p:nvSpPr>
        <p:spPr>
          <a:xfrm>
            <a:off x="6108192" y="4641531"/>
            <a:ext cx="5233500" cy="11100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4"/>
          <p:cNvSpPr txBox="1"/>
          <p:nvPr/>
        </p:nvSpPr>
        <p:spPr>
          <a:xfrm>
            <a:off x="6108192" y="4782584"/>
            <a:ext cx="4023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C21620"/>
                </a:solidFill>
                <a:latin typeface="Malgun Gothic"/>
                <a:ea typeface="Malgun Gothic"/>
                <a:cs typeface="Malgun Gothic"/>
                <a:sym typeface="Malgun Gothic"/>
              </a:rPr>
              <a:t>03</a:t>
            </a:r>
            <a:endParaRPr sz="1800"/>
          </a:p>
        </p:txBody>
      </p:sp>
      <p:sp>
        <p:nvSpPr>
          <p:cNvPr id="220" name="Google Shape;220;p4"/>
          <p:cNvSpPr txBox="1"/>
          <p:nvPr/>
        </p:nvSpPr>
        <p:spPr>
          <a:xfrm>
            <a:off x="6583679" y="4764296"/>
            <a:ext cx="47580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지적사항을 종합한다</a:t>
            </a:r>
            <a:endParaRPr b="1" sz="2100">
              <a:solidFill>
                <a:srgbClr val="1A1A1A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21" name="Google Shape;221;p4"/>
          <p:cNvSpPr/>
          <p:nvPr/>
        </p:nvSpPr>
        <p:spPr>
          <a:xfrm>
            <a:off x="6108192" y="5198862"/>
            <a:ext cx="5233500" cy="11100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4"/>
          <p:cNvSpPr txBox="1"/>
          <p:nvPr/>
        </p:nvSpPr>
        <p:spPr>
          <a:xfrm>
            <a:off x="6108192" y="5328598"/>
            <a:ext cx="4023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C21620"/>
                </a:solidFill>
                <a:latin typeface="Malgun Gothic"/>
                <a:ea typeface="Malgun Gothic"/>
                <a:cs typeface="Malgun Gothic"/>
                <a:sym typeface="Malgun Gothic"/>
              </a:rPr>
              <a:t>04</a:t>
            </a:r>
            <a:endParaRPr sz="1800"/>
          </a:p>
        </p:txBody>
      </p:sp>
      <p:sp>
        <p:nvSpPr>
          <p:cNvPr id="223" name="Google Shape;223;p4"/>
          <p:cNvSpPr txBox="1"/>
          <p:nvPr/>
        </p:nvSpPr>
        <p:spPr>
          <a:xfrm>
            <a:off x="6583679" y="5321627"/>
            <a:ext cx="47580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C21620"/>
                </a:solidFill>
                <a:latin typeface="Malgun Gothic"/>
                <a:ea typeface="Malgun Gothic"/>
                <a:cs typeface="Malgun Gothic"/>
                <a:sym typeface="Malgun Gothic"/>
              </a:rPr>
              <a:t>봇의 지침을 갱신한다</a:t>
            </a:r>
            <a:endParaRPr b="1" sz="2100">
              <a:solidFill>
                <a:srgbClr val="1A1A1A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24" name="Google Shape;224;p4"/>
          <p:cNvSpPr/>
          <p:nvPr/>
        </p:nvSpPr>
        <p:spPr>
          <a:xfrm>
            <a:off x="850400" y="5925600"/>
            <a:ext cx="10491300" cy="646500"/>
          </a:xfrm>
          <a:prstGeom prst="rect">
            <a:avLst/>
          </a:prstGeom>
          <a:solidFill>
            <a:srgbClr val="16060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4"/>
          <p:cNvSpPr txBox="1"/>
          <p:nvPr/>
        </p:nvSpPr>
        <p:spPr>
          <a:xfrm>
            <a:off x="1045494" y="6069081"/>
            <a:ext cx="9942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F3E6E6"/>
                </a:solidFill>
                <a:latin typeface="Malgun Gothic"/>
                <a:ea typeface="Malgun Gothic"/>
                <a:cs typeface="Malgun Gothic"/>
                <a:sym typeface="Malgun Gothic"/>
              </a:rPr>
              <a:t>라이어를 찾는 게임 </a:t>
            </a:r>
            <a:r>
              <a:rPr b="1" lang="en-US" sz="2400">
                <a:solidFill>
                  <a:srgbClr val="F3E6E6"/>
                </a:solidFill>
                <a:latin typeface="Malgun Gothic"/>
                <a:ea typeface="Malgun Gothic"/>
                <a:cs typeface="Malgun Gothic"/>
                <a:sym typeface="Malgun Gothic"/>
              </a:rPr>
              <a:t>속</a:t>
            </a:r>
            <a:r>
              <a:rPr b="1" lang="en-US" sz="2400">
                <a:solidFill>
                  <a:srgbClr val="F3E6E6"/>
                </a:solidFill>
                <a:latin typeface="Malgun Gothic"/>
                <a:ea typeface="Malgun Gothic"/>
                <a:cs typeface="Malgun Gothic"/>
                <a:sym typeface="Malgun Gothic"/>
              </a:rPr>
              <a:t>에 봇을 찾는 게임</a:t>
            </a:r>
            <a:r>
              <a:rPr b="1" lang="en-US" sz="2400">
                <a:solidFill>
                  <a:srgbClr val="F3E6E6"/>
                </a:solidFill>
                <a:latin typeface="Malgun Gothic"/>
                <a:ea typeface="Malgun Gothic"/>
                <a:cs typeface="Malgun Gothic"/>
                <a:sym typeface="Malgun Gothic"/>
              </a:rPr>
              <a:t>을</a:t>
            </a:r>
            <a:r>
              <a:rPr b="1" lang="en-US" sz="2400">
                <a:solidFill>
                  <a:srgbClr val="F3E6E6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b="1" lang="en-US" sz="2400">
                <a:solidFill>
                  <a:srgbClr val="F3E6E6"/>
                </a:solidFill>
                <a:latin typeface="Malgun Gothic"/>
                <a:ea typeface="Malgun Gothic"/>
                <a:cs typeface="Malgun Gothic"/>
                <a:sym typeface="Malgun Gothic"/>
              </a:rPr>
              <a:t>담았</a:t>
            </a:r>
            <a:r>
              <a:rPr b="1" lang="en-US" sz="2400">
                <a:solidFill>
                  <a:srgbClr val="F3E6E6"/>
                </a:solidFill>
                <a:latin typeface="Malgun Gothic"/>
                <a:ea typeface="Malgun Gothic"/>
                <a:cs typeface="Malgun Gothic"/>
                <a:sym typeface="Malgun Gothic"/>
              </a:rPr>
              <a:t>습니다.</a:t>
            </a:r>
            <a:endParaRPr sz="24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f9c682d955_33_0"/>
          <p:cNvSpPr/>
          <p:nvPr/>
        </p:nvSpPr>
        <p:spPr>
          <a:xfrm>
            <a:off x="0" y="0"/>
            <a:ext cx="12192020" cy="1783080"/>
          </a:xfrm>
          <a:prstGeom prst="rect">
            <a:avLst/>
          </a:prstGeom>
          <a:solidFill>
            <a:srgbClr val="14070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g3f9c682d955_33_0"/>
          <p:cNvSpPr/>
          <p:nvPr/>
        </p:nvSpPr>
        <p:spPr>
          <a:xfrm>
            <a:off x="0" y="1751076"/>
            <a:ext cx="12192020" cy="32004"/>
          </a:xfrm>
          <a:prstGeom prst="rect">
            <a:avLst/>
          </a:prstGeom>
          <a:solidFill>
            <a:srgbClr val="E9423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33" name="Google Shape;233;g3f9c682d955_33_0"/>
          <p:cNvCxnSpPr/>
          <p:nvPr/>
        </p:nvCxnSpPr>
        <p:spPr>
          <a:xfrm>
            <a:off x="1663719" y="3823737"/>
            <a:ext cx="8864700" cy="0"/>
          </a:xfrm>
          <a:prstGeom prst="straightConnector1">
            <a:avLst/>
          </a:prstGeom>
          <a:noFill/>
          <a:ln cap="flat" cmpd="sng" w="25400">
            <a:solidFill>
              <a:srgbClr val="DCDCD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4" name="Google Shape;234;g3f9c682d955_33_0"/>
          <p:cNvSpPr/>
          <p:nvPr/>
        </p:nvSpPr>
        <p:spPr>
          <a:xfrm>
            <a:off x="777261" y="2955057"/>
            <a:ext cx="17730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12D2A"/>
              </a:buClr>
              <a:buSzPts val="2000"/>
              <a:buFont typeface="Malgun Gothic"/>
              <a:buNone/>
            </a:pPr>
            <a:r>
              <a:rPr b="1" i="0" lang="en-US" sz="2000" u="none" cap="none" strike="noStrike">
                <a:solidFill>
                  <a:srgbClr val="B12D2A"/>
                </a:solidFill>
                <a:latin typeface="Malgun Gothic"/>
                <a:ea typeface="Malgun Gothic"/>
                <a:cs typeface="Malgun Gothic"/>
                <a:sym typeface="Malgun Gothic"/>
              </a:rPr>
              <a:t>01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g3f9c682d955_33_0"/>
          <p:cNvSpPr/>
          <p:nvPr/>
        </p:nvSpPr>
        <p:spPr>
          <a:xfrm>
            <a:off x="1553988" y="3714009"/>
            <a:ext cx="219600" cy="2196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9A94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g3f9c682d955_33_0"/>
          <p:cNvSpPr/>
          <p:nvPr/>
        </p:nvSpPr>
        <p:spPr>
          <a:xfrm>
            <a:off x="777261" y="4098057"/>
            <a:ext cx="1773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900"/>
              <a:buFont typeface="Malgun Gothic"/>
              <a:buNone/>
            </a:pPr>
            <a:r>
              <a:rPr b="1" i="0" lang="en-US" sz="1900" u="none" cap="none" strike="noStrike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로비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g3f9c682d955_33_0"/>
          <p:cNvSpPr/>
          <p:nvPr/>
        </p:nvSpPr>
        <p:spPr>
          <a:xfrm>
            <a:off x="2550177" y="2955057"/>
            <a:ext cx="17730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9423E"/>
              </a:buClr>
              <a:buSzPts val="2000"/>
              <a:buFont typeface="Malgun Gothic"/>
              <a:buNone/>
            </a:pPr>
            <a:r>
              <a:rPr b="1" i="0" lang="en-US" sz="2000" u="none" cap="none" strike="noStrike">
                <a:solidFill>
                  <a:srgbClr val="E9423E"/>
                </a:solidFill>
                <a:latin typeface="Malgun Gothic"/>
                <a:ea typeface="Malgun Gothic"/>
                <a:cs typeface="Malgun Gothic"/>
                <a:sym typeface="Malgun Gothic"/>
              </a:rPr>
              <a:t>02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g3f9c682d955_33_0"/>
          <p:cNvSpPr/>
          <p:nvPr/>
        </p:nvSpPr>
        <p:spPr>
          <a:xfrm>
            <a:off x="3250093" y="3637199"/>
            <a:ext cx="373200" cy="373200"/>
          </a:xfrm>
          <a:prstGeom prst="ellipse">
            <a:avLst/>
          </a:prstGeom>
          <a:solidFill>
            <a:srgbClr val="F6D9D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g3f9c682d955_33_0"/>
          <p:cNvSpPr/>
          <p:nvPr/>
        </p:nvSpPr>
        <p:spPr>
          <a:xfrm>
            <a:off x="3326905" y="3714009"/>
            <a:ext cx="219600" cy="219600"/>
          </a:xfrm>
          <a:prstGeom prst="ellipse">
            <a:avLst/>
          </a:prstGeom>
          <a:solidFill>
            <a:srgbClr val="E9423E"/>
          </a:solidFill>
          <a:ln cap="flat" cmpd="sng" w="19050">
            <a:solidFill>
              <a:srgbClr val="E942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g3f9c682d955_33_0"/>
          <p:cNvSpPr/>
          <p:nvPr/>
        </p:nvSpPr>
        <p:spPr>
          <a:xfrm>
            <a:off x="2550177" y="4098057"/>
            <a:ext cx="1773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9423E"/>
              </a:buClr>
              <a:buSzPts val="1900"/>
              <a:buFont typeface="Malgun Gothic"/>
              <a:buNone/>
            </a:pPr>
            <a:r>
              <a:rPr b="1" i="0" lang="en-US" sz="1900" u="none" cap="none" strike="noStrike">
                <a:solidFill>
                  <a:srgbClr val="E9423E"/>
                </a:solidFill>
                <a:latin typeface="Malgun Gothic"/>
                <a:ea typeface="Malgun Gothic"/>
                <a:cs typeface="Malgun Gothic"/>
                <a:sym typeface="Malgun Gothic"/>
              </a:rPr>
              <a:t>입장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g3f9c682d955_33_0"/>
          <p:cNvSpPr/>
          <p:nvPr/>
        </p:nvSpPr>
        <p:spPr>
          <a:xfrm>
            <a:off x="2641619" y="4600977"/>
            <a:ext cx="1590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9423E"/>
              </a:buClr>
              <a:buSzPts val="1300"/>
              <a:buFont typeface="Malgun Gothic"/>
              <a:buNone/>
            </a:pPr>
            <a:r>
              <a:rPr b="1" i="0" lang="en-US" sz="1300" u="none" cap="none" strike="noStrike">
                <a:solidFill>
                  <a:srgbClr val="E9423E"/>
                </a:solidFill>
                <a:latin typeface="Malgun Gothic"/>
                <a:ea typeface="Malgun Gothic"/>
                <a:cs typeface="Malgun Gothic"/>
                <a:sym typeface="Malgun Gothic"/>
              </a:rPr>
              <a:t>번호 대신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9423E"/>
              </a:buClr>
              <a:buSzPts val="1300"/>
              <a:buFont typeface="Malgun Gothic"/>
              <a:buNone/>
            </a:pPr>
            <a:r>
              <a:rPr b="1" i="0" lang="en-US" sz="1300" u="none" cap="none" strike="noStrike">
                <a:solidFill>
                  <a:srgbClr val="E9423E"/>
                </a:solidFill>
                <a:latin typeface="Malgun Gothic"/>
                <a:ea typeface="Malgun Gothic"/>
                <a:cs typeface="Malgun Gothic"/>
                <a:sym typeface="Malgun Gothic"/>
              </a:rPr>
              <a:t>목록에서 클릭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g3f9c682d955_33_0"/>
          <p:cNvSpPr/>
          <p:nvPr/>
        </p:nvSpPr>
        <p:spPr>
          <a:xfrm>
            <a:off x="4323093" y="2955057"/>
            <a:ext cx="17730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12D2A"/>
              </a:buClr>
              <a:buSzPts val="2000"/>
              <a:buFont typeface="Malgun Gothic"/>
              <a:buNone/>
            </a:pPr>
            <a:r>
              <a:rPr b="1" i="0" lang="en-US" sz="2000" u="none" cap="none" strike="noStrike">
                <a:solidFill>
                  <a:srgbClr val="B12D2A"/>
                </a:solidFill>
                <a:latin typeface="Malgun Gothic"/>
                <a:ea typeface="Malgun Gothic"/>
                <a:cs typeface="Malgun Gothic"/>
                <a:sym typeface="Malgun Gothic"/>
              </a:rPr>
              <a:t>03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g3f9c682d955_33_0"/>
          <p:cNvSpPr/>
          <p:nvPr/>
        </p:nvSpPr>
        <p:spPr>
          <a:xfrm>
            <a:off x="5099821" y="3714009"/>
            <a:ext cx="219600" cy="2196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9A94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g3f9c682d955_33_0"/>
          <p:cNvSpPr/>
          <p:nvPr/>
        </p:nvSpPr>
        <p:spPr>
          <a:xfrm>
            <a:off x="4323093" y="4098057"/>
            <a:ext cx="1773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900"/>
              <a:buFont typeface="Malgun Gothic"/>
              <a:buNone/>
            </a:pPr>
            <a:r>
              <a:rPr b="1" i="0" lang="en-US" sz="1900" u="none" cap="none" strike="noStrike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게임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g3f9c682d955_33_0"/>
          <p:cNvSpPr/>
          <p:nvPr/>
        </p:nvSpPr>
        <p:spPr>
          <a:xfrm>
            <a:off x="6096011" y="2955057"/>
            <a:ext cx="17730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12D2A"/>
              </a:buClr>
              <a:buSzPts val="2000"/>
              <a:buFont typeface="Malgun Gothic"/>
              <a:buNone/>
            </a:pPr>
            <a:r>
              <a:rPr b="1" i="0" lang="en-US" sz="2000" u="none" cap="none" strike="noStrike">
                <a:solidFill>
                  <a:srgbClr val="B12D2A"/>
                </a:solidFill>
                <a:latin typeface="Malgun Gothic"/>
                <a:ea typeface="Malgun Gothic"/>
                <a:cs typeface="Malgun Gothic"/>
                <a:sym typeface="Malgun Gothic"/>
              </a:rPr>
              <a:t>04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g3f9c682d955_33_0"/>
          <p:cNvSpPr/>
          <p:nvPr/>
        </p:nvSpPr>
        <p:spPr>
          <a:xfrm>
            <a:off x="6872737" y="3714009"/>
            <a:ext cx="219600" cy="2196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9A94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g3f9c682d955_33_0"/>
          <p:cNvSpPr/>
          <p:nvPr/>
        </p:nvSpPr>
        <p:spPr>
          <a:xfrm>
            <a:off x="6096011" y="4098057"/>
            <a:ext cx="1773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900"/>
              <a:buFont typeface="Malgun Gothic"/>
              <a:buNone/>
            </a:pPr>
            <a:r>
              <a:rPr b="1" i="0" lang="en-US" sz="1900" u="none" cap="none" strike="noStrike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결과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g3f9c682d955_33_0"/>
          <p:cNvSpPr/>
          <p:nvPr/>
        </p:nvSpPr>
        <p:spPr>
          <a:xfrm>
            <a:off x="7868927" y="2955057"/>
            <a:ext cx="17730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9423E"/>
              </a:buClr>
              <a:buSzPts val="2000"/>
              <a:buFont typeface="Malgun Gothic"/>
              <a:buNone/>
            </a:pPr>
            <a:r>
              <a:rPr b="1" i="0" lang="en-US" sz="2000" u="none" cap="none" strike="noStrike">
                <a:solidFill>
                  <a:srgbClr val="E9423E"/>
                </a:solidFill>
                <a:latin typeface="Malgun Gothic"/>
                <a:ea typeface="Malgun Gothic"/>
                <a:cs typeface="Malgun Gothic"/>
                <a:sym typeface="Malgun Gothic"/>
              </a:rPr>
              <a:t>05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g3f9c682d955_33_0"/>
          <p:cNvSpPr/>
          <p:nvPr/>
        </p:nvSpPr>
        <p:spPr>
          <a:xfrm>
            <a:off x="8568842" y="3637199"/>
            <a:ext cx="373200" cy="373200"/>
          </a:xfrm>
          <a:prstGeom prst="ellipse">
            <a:avLst/>
          </a:prstGeom>
          <a:solidFill>
            <a:srgbClr val="F6D9D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g3f9c682d955_33_0"/>
          <p:cNvSpPr/>
          <p:nvPr/>
        </p:nvSpPr>
        <p:spPr>
          <a:xfrm>
            <a:off x="8645653" y="3714009"/>
            <a:ext cx="219600" cy="219600"/>
          </a:xfrm>
          <a:prstGeom prst="ellipse">
            <a:avLst/>
          </a:prstGeom>
          <a:solidFill>
            <a:srgbClr val="E9423E"/>
          </a:solidFill>
          <a:ln cap="flat" cmpd="sng" w="19050">
            <a:solidFill>
              <a:srgbClr val="E942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g3f9c682d955_33_0"/>
          <p:cNvSpPr/>
          <p:nvPr/>
        </p:nvSpPr>
        <p:spPr>
          <a:xfrm>
            <a:off x="7868927" y="4098057"/>
            <a:ext cx="1773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9423E"/>
              </a:buClr>
              <a:buSzPts val="1900"/>
              <a:buFont typeface="Malgun Gothic"/>
              <a:buNone/>
            </a:pPr>
            <a:r>
              <a:rPr b="1" i="0" lang="en-US" sz="1900" u="none" cap="none" strike="noStrike">
                <a:solidFill>
                  <a:srgbClr val="E9423E"/>
                </a:solidFill>
                <a:latin typeface="Malgun Gothic"/>
                <a:ea typeface="Malgun Gothic"/>
                <a:cs typeface="Malgun Gothic"/>
                <a:sym typeface="Malgun Gothic"/>
              </a:rPr>
              <a:t>설문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g3f9c682d955_33_0"/>
          <p:cNvSpPr/>
          <p:nvPr/>
        </p:nvSpPr>
        <p:spPr>
          <a:xfrm>
            <a:off x="7960369" y="4600977"/>
            <a:ext cx="1590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9423E"/>
              </a:buClr>
              <a:buSzPts val="1300"/>
              <a:buFont typeface="Malgun Gothic"/>
              <a:buNone/>
            </a:pPr>
            <a:r>
              <a:rPr b="1" i="0" lang="en-US" sz="1300" u="none" cap="none" strike="noStrike">
                <a:solidFill>
                  <a:srgbClr val="E9423E"/>
                </a:solidFill>
                <a:latin typeface="Malgun Gothic"/>
                <a:ea typeface="Malgun Gothic"/>
                <a:cs typeface="Malgun Gothic"/>
                <a:sym typeface="Malgun Gothic"/>
              </a:rPr>
              <a:t>리플레이로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9423E"/>
              </a:buClr>
              <a:buSzPts val="1300"/>
              <a:buFont typeface="Malgun Gothic"/>
              <a:buNone/>
            </a:pPr>
            <a:r>
              <a:rPr b="1" i="0" lang="en-US" sz="1300" u="none" cap="none" strike="noStrike">
                <a:solidFill>
                  <a:srgbClr val="E9423E"/>
                </a:solidFill>
                <a:latin typeface="Malgun Gothic"/>
                <a:ea typeface="Malgun Gothic"/>
                <a:cs typeface="Malgun Gothic"/>
                <a:sym typeface="Malgun Gothic"/>
              </a:rPr>
              <a:t>기억 대신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9423E"/>
              </a:buClr>
              <a:buSzPts val="1300"/>
              <a:buFont typeface="Malgun Gothic"/>
              <a:buNone/>
            </a:pPr>
            <a:r>
              <a:rPr b="1" i="0" lang="en-US" sz="1300" u="none" cap="none" strike="noStrike">
                <a:solidFill>
                  <a:srgbClr val="E9423E"/>
                </a:solidFill>
                <a:latin typeface="Malgun Gothic"/>
                <a:ea typeface="Malgun Gothic"/>
                <a:cs typeface="Malgun Gothic"/>
                <a:sym typeface="Malgun Gothic"/>
              </a:rPr>
              <a:t>기록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g3f9c682d955_33_0"/>
          <p:cNvSpPr/>
          <p:nvPr/>
        </p:nvSpPr>
        <p:spPr>
          <a:xfrm>
            <a:off x="9641843" y="2955057"/>
            <a:ext cx="17730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12D2A"/>
              </a:buClr>
              <a:buSzPts val="2000"/>
              <a:buFont typeface="Malgun Gothic"/>
              <a:buNone/>
            </a:pPr>
            <a:r>
              <a:rPr b="1" i="0" lang="en-US" sz="2000" u="none" cap="none" strike="noStrike">
                <a:solidFill>
                  <a:srgbClr val="B12D2A"/>
                </a:solidFill>
                <a:latin typeface="Malgun Gothic"/>
                <a:ea typeface="Malgun Gothic"/>
                <a:cs typeface="Malgun Gothic"/>
                <a:sym typeface="Malgun Gothic"/>
              </a:rPr>
              <a:t>06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g3f9c682d955_33_0"/>
          <p:cNvSpPr/>
          <p:nvPr/>
        </p:nvSpPr>
        <p:spPr>
          <a:xfrm>
            <a:off x="10418571" y="3714009"/>
            <a:ext cx="219600" cy="2196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9A94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g3f9c682d955_33_0"/>
          <p:cNvSpPr/>
          <p:nvPr/>
        </p:nvSpPr>
        <p:spPr>
          <a:xfrm>
            <a:off x="9641843" y="4098057"/>
            <a:ext cx="1773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900"/>
              <a:buFont typeface="Malgun Gothic"/>
              <a:buNone/>
            </a:pPr>
            <a:r>
              <a:rPr b="1" i="0" lang="en-US" sz="1900" u="none" cap="none" strike="noStrike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랜딩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g3f9c682d955_33_0"/>
          <p:cNvSpPr txBox="1"/>
          <p:nvPr/>
        </p:nvSpPr>
        <p:spPr>
          <a:xfrm>
            <a:off x="850392" y="457200"/>
            <a:ext cx="10491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2733"/>
              </a:buClr>
              <a:buSzPts val="2100"/>
              <a:buFont typeface="Malgun Gothic"/>
              <a:buNone/>
            </a:pPr>
            <a:r>
              <a:rPr b="1" i="0" lang="en-US" sz="2100" u="none" cap="none" strike="noStrike">
                <a:solidFill>
                  <a:srgbClr val="FF2733"/>
                </a:solidFill>
                <a:latin typeface="Malgun Gothic"/>
                <a:ea typeface="Malgun Gothic"/>
                <a:cs typeface="Malgun Gothic"/>
                <a:sym typeface="Malgun Gothic"/>
              </a:rPr>
              <a:t>SECTION 03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g3f9c682d955_33_0"/>
          <p:cNvSpPr txBox="1"/>
          <p:nvPr/>
        </p:nvSpPr>
        <p:spPr>
          <a:xfrm>
            <a:off x="850392" y="804672"/>
            <a:ext cx="78639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3E6E6"/>
              </a:buClr>
              <a:buSzPts val="3000"/>
              <a:buFont typeface="Malgun Gothic"/>
              <a:buNone/>
            </a:pPr>
            <a:r>
              <a:rPr lang="en-US" sz="3200">
                <a:solidFill>
                  <a:srgbClr val="F3E6E6"/>
                </a:solidFill>
                <a:latin typeface="Hahmlet ExtraBold"/>
                <a:ea typeface="Hahmlet ExtraBold"/>
                <a:cs typeface="Hahmlet ExtraBold"/>
                <a:sym typeface="Hahmlet ExtraBold"/>
              </a:rPr>
              <a:t>유저 시나리오</a:t>
            </a:r>
            <a:endParaRPr i="0" sz="3200" u="none" cap="none" strike="noStrike">
              <a:solidFill>
                <a:schemeClr val="dk1"/>
              </a:solidFill>
              <a:latin typeface="Hahmlet ExtraBold"/>
              <a:ea typeface="Hahmlet ExtraBold"/>
              <a:cs typeface="Hahmlet ExtraBold"/>
              <a:sym typeface="Hahmlet ExtraBold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3f9c682d955_24_0"/>
          <p:cNvSpPr/>
          <p:nvPr/>
        </p:nvSpPr>
        <p:spPr>
          <a:xfrm>
            <a:off x="0" y="0"/>
            <a:ext cx="12191695" cy="1024128"/>
          </a:xfrm>
          <a:prstGeom prst="roundRect">
            <a:avLst>
              <a:gd fmla="val 0" name="adj"/>
            </a:avLst>
          </a:prstGeom>
          <a:solidFill>
            <a:srgbClr val="16060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g3f9c682d955_24_0"/>
          <p:cNvSpPr/>
          <p:nvPr/>
        </p:nvSpPr>
        <p:spPr>
          <a:xfrm>
            <a:off x="0" y="1024125"/>
            <a:ext cx="12191700" cy="35700"/>
          </a:xfrm>
          <a:prstGeom prst="roundRect">
            <a:avLst>
              <a:gd fmla="val 0" name="adj"/>
            </a:avLst>
          </a:prstGeom>
          <a:solidFill>
            <a:srgbClr val="FF27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g3f9c682d955_24_0"/>
          <p:cNvSpPr txBox="1"/>
          <p:nvPr/>
        </p:nvSpPr>
        <p:spPr>
          <a:xfrm>
            <a:off x="850392" y="207399"/>
            <a:ext cx="5486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2733"/>
                </a:solidFill>
                <a:latin typeface="Malgun Gothic"/>
                <a:ea typeface="Malgun Gothic"/>
                <a:cs typeface="Malgun Gothic"/>
                <a:sym typeface="Malgun Gothic"/>
              </a:rPr>
              <a:t>SECTION 04</a:t>
            </a:r>
            <a:endParaRPr sz="1800"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65" name="Google Shape;265;g3f9c682d955_24_0"/>
          <p:cNvSpPr txBox="1"/>
          <p:nvPr/>
        </p:nvSpPr>
        <p:spPr>
          <a:xfrm>
            <a:off x="838335" y="481314"/>
            <a:ext cx="7315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3000" u="none" cap="none" strike="noStrike">
                <a:solidFill>
                  <a:srgbClr val="F3E6E6"/>
                </a:solidFill>
                <a:latin typeface="Hahmlet ExtraBold"/>
                <a:ea typeface="Hahmlet ExtraBold"/>
                <a:cs typeface="Hahmlet ExtraBold"/>
                <a:sym typeface="Hahmlet ExtraBold"/>
              </a:rPr>
              <a:t>시스템 설계도</a:t>
            </a:r>
            <a:endParaRPr sz="3000">
              <a:latin typeface="Hahmlet ExtraBold"/>
              <a:ea typeface="Hahmlet ExtraBold"/>
              <a:cs typeface="Hahmlet ExtraBold"/>
              <a:sym typeface="Hahmlet ExtraBold"/>
            </a:endParaRPr>
          </a:p>
        </p:txBody>
      </p:sp>
      <p:sp>
        <p:nvSpPr>
          <p:cNvPr id="266" name="Google Shape;266;g3f9c682d955_24_0"/>
          <p:cNvSpPr/>
          <p:nvPr/>
        </p:nvSpPr>
        <p:spPr>
          <a:xfrm>
            <a:off x="228600" y="1207441"/>
            <a:ext cx="3063300" cy="346200"/>
          </a:xfrm>
          <a:prstGeom prst="roundRect">
            <a:avLst>
              <a:gd fmla="val 30000" name="adj"/>
            </a:avLst>
          </a:prstGeom>
          <a:solidFill>
            <a:srgbClr val="57575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g3f9c682d955_24_0"/>
          <p:cNvSpPr txBox="1"/>
          <p:nvPr/>
        </p:nvSpPr>
        <p:spPr>
          <a:xfrm>
            <a:off x="228600" y="1287934"/>
            <a:ext cx="30633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브라우저</a:t>
            </a:r>
            <a:endParaRPr/>
          </a:p>
        </p:txBody>
      </p:sp>
      <p:sp>
        <p:nvSpPr>
          <p:cNvPr id="268" name="Google Shape;268;g3f9c682d955_24_0"/>
          <p:cNvSpPr/>
          <p:nvPr/>
        </p:nvSpPr>
        <p:spPr>
          <a:xfrm>
            <a:off x="4069082" y="1207441"/>
            <a:ext cx="4480500" cy="346200"/>
          </a:xfrm>
          <a:prstGeom prst="roundRect">
            <a:avLst>
              <a:gd fmla="val 30000" name="adj"/>
            </a:avLst>
          </a:prstGeom>
          <a:solidFill>
            <a:srgbClr val="16060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g3f9c682d955_24_0"/>
          <p:cNvSpPr txBox="1"/>
          <p:nvPr/>
        </p:nvSpPr>
        <p:spPr>
          <a:xfrm>
            <a:off x="4069082" y="1287934"/>
            <a:ext cx="44805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Railway</a:t>
            </a:r>
            <a:endParaRPr/>
          </a:p>
        </p:txBody>
      </p:sp>
      <p:sp>
        <p:nvSpPr>
          <p:cNvPr id="270" name="Google Shape;270;g3f9c682d955_24_0"/>
          <p:cNvSpPr/>
          <p:nvPr/>
        </p:nvSpPr>
        <p:spPr>
          <a:xfrm>
            <a:off x="8823964" y="1207441"/>
            <a:ext cx="2862000" cy="346200"/>
          </a:xfrm>
          <a:prstGeom prst="roundRect">
            <a:avLst>
              <a:gd fmla="val 30000" name="adj"/>
            </a:avLst>
          </a:prstGeom>
          <a:solidFill>
            <a:srgbClr val="C2162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g3f9c682d955_24_0"/>
          <p:cNvSpPr txBox="1"/>
          <p:nvPr/>
        </p:nvSpPr>
        <p:spPr>
          <a:xfrm>
            <a:off x="8823964" y="1287934"/>
            <a:ext cx="28620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외부 API</a:t>
            </a:r>
            <a:endParaRPr/>
          </a:p>
        </p:txBody>
      </p:sp>
      <p:sp>
        <p:nvSpPr>
          <p:cNvPr id="272" name="Google Shape;272;g3f9c682d955_24_0"/>
          <p:cNvSpPr txBox="1"/>
          <p:nvPr/>
        </p:nvSpPr>
        <p:spPr>
          <a:xfrm>
            <a:off x="228600" y="1767573"/>
            <a:ext cx="30633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화면 6개  ·  상태 1개</a:t>
            </a:r>
            <a:endParaRPr/>
          </a:p>
        </p:txBody>
      </p:sp>
      <p:sp>
        <p:nvSpPr>
          <p:cNvPr id="273" name="Google Shape;273;g3f9c682d955_24_0"/>
          <p:cNvSpPr/>
          <p:nvPr/>
        </p:nvSpPr>
        <p:spPr>
          <a:xfrm>
            <a:off x="228600" y="2042547"/>
            <a:ext cx="896100" cy="468600"/>
          </a:xfrm>
          <a:prstGeom prst="roundRect">
            <a:avLst>
              <a:gd fmla="val 25000" name="adj"/>
            </a:avLst>
          </a:prstGeom>
          <a:solidFill>
            <a:srgbClr val="F4F4F4"/>
          </a:solidFill>
          <a:ln cap="flat" cmpd="sng" w="12700">
            <a:solidFill>
              <a:srgbClr val="DCDC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g3f9c682d955_24_0"/>
          <p:cNvSpPr txBox="1"/>
          <p:nvPr/>
        </p:nvSpPr>
        <p:spPr>
          <a:xfrm>
            <a:off x="228600" y="2203533"/>
            <a:ext cx="8961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랜딩</a:t>
            </a:r>
            <a:endParaRPr/>
          </a:p>
        </p:txBody>
      </p:sp>
      <p:sp>
        <p:nvSpPr>
          <p:cNvPr id="275" name="Google Shape;275;g3f9c682d955_24_0"/>
          <p:cNvSpPr/>
          <p:nvPr/>
        </p:nvSpPr>
        <p:spPr>
          <a:xfrm>
            <a:off x="1248157" y="2042547"/>
            <a:ext cx="896100" cy="468600"/>
          </a:xfrm>
          <a:prstGeom prst="roundRect">
            <a:avLst>
              <a:gd fmla="val 25000" name="adj"/>
            </a:avLst>
          </a:prstGeom>
          <a:solidFill>
            <a:srgbClr val="F4F4F4"/>
          </a:solidFill>
          <a:ln cap="flat" cmpd="sng" w="12700">
            <a:solidFill>
              <a:srgbClr val="DCDC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g3f9c682d955_24_0"/>
          <p:cNvSpPr txBox="1"/>
          <p:nvPr/>
        </p:nvSpPr>
        <p:spPr>
          <a:xfrm>
            <a:off x="1248157" y="2203533"/>
            <a:ext cx="8961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방 목록</a:t>
            </a:r>
            <a:endParaRPr/>
          </a:p>
        </p:txBody>
      </p:sp>
      <p:sp>
        <p:nvSpPr>
          <p:cNvPr id="277" name="Google Shape;277;g3f9c682d955_24_0"/>
          <p:cNvSpPr/>
          <p:nvPr/>
        </p:nvSpPr>
        <p:spPr>
          <a:xfrm>
            <a:off x="2267713" y="2042547"/>
            <a:ext cx="896100" cy="468600"/>
          </a:xfrm>
          <a:prstGeom prst="roundRect">
            <a:avLst>
              <a:gd fmla="val 25000" name="adj"/>
            </a:avLst>
          </a:prstGeom>
          <a:solidFill>
            <a:srgbClr val="F4F4F4"/>
          </a:solidFill>
          <a:ln cap="flat" cmpd="sng" w="12700">
            <a:solidFill>
              <a:srgbClr val="DCDC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g3f9c682d955_24_0"/>
          <p:cNvSpPr txBox="1"/>
          <p:nvPr/>
        </p:nvSpPr>
        <p:spPr>
          <a:xfrm>
            <a:off x="2267713" y="2203533"/>
            <a:ext cx="8961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대기실</a:t>
            </a:r>
            <a:endParaRPr/>
          </a:p>
        </p:txBody>
      </p:sp>
      <p:sp>
        <p:nvSpPr>
          <p:cNvPr id="279" name="Google Shape;279;g3f9c682d955_24_0"/>
          <p:cNvSpPr/>
          <p:nvPr/>
        </p:nvSpPr>
        <p:spPr>
          <a:xfrm>
            <a:off x="228600" y="2735074"/>
            <a:ext cx="896100" cy="468600"/>
          </a:xfrm>
          <a:prstGeom prst="roundRect">
            <a:avLst>
              <a:gd fmla="val 25000" name="adj"/>
            </a:avLst>
          </a:prstGeom>
          <a:solidFill>
            <a:srgbClr val="F4F4F4"/>
          </a:solidFill>
          <a:ln cap="flat" cmpd="sng" w="12700">
            <a:solidFill>
              <a:srgbClr val="DCDC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g3f9c682d955_24_0"/>
          <p:cNvSpPr txBox="1"/>
          <p:nvPr/>
        </p:nvSpPr>
        <p:spPr>
          <a:xfrm>
            <a:off x="228600" y="2896060"/>
            <a:ext cx="8961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게임</a:t>
            </a:r>
            <a:endParaRPr/>
          </a:p>
        </p:txBody>
      </p:sp>
      <p:sp>
        <p:nvSpPr>
          <p:cNvPr id="281" name="Google Shape;281;g3f9c682d955_24_0"/>
          <p:cNvSpPr/>
          <p:nvPr/>
        </p:nvSpPr>
        <p:spPr>
          <a:xfrm>
            <a:off x="1248157" y="2735074"/>
            <a:ext cx="896100" cy="468600"/>
          </a:xfrm>
          <a:prstGeom prst="roundRect">
            <a:avLst>
              <a:gd fmla="val 25000" name="adj"/>
            </a:avLst>
          </a:prstGeom>
          <a:solidFill>
            <a:srgbClr val="C2162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g3f9c682d955_24_0"/>
          <p:cNvSpPr txBox="1"/>
          <p:nvPr/>
        </p:nvSpPr>
        <p:spPr>
          <a:xfrm>
            <a:off x="1248157" y="2896060"/>
            <a:ext cx="8961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설문</a:t>
            </a:r>
            <a:endParaRPr/>
          </a:p>
        </p:txBody>
      </p:sp>
      <p:sp>
        <p:nvSpPr>
          <p:cNvPr id="283" name="Google Shape;283;g3f9c682d955_24_0"/>
          <p:cNvSpPr/>
          <p:nvPr/>
        </p:nvSpPr>
        <p:spPr>
          <a:xfrm>
            <a:off x="2267713" y="2735074"/>
            <a:ext cx="896100" cy="468600"/>
          </a:xfrm>
          <a:prstGeom prst="roundRect">
            <a:avLst>
              <a:gd fmla="val 25000" name="adj"/>
            </a:avLst>
          </a:prstGeom>
          <a:solidFill>
            <a:srgbClr val="F4F4F4"/>
          </a:solidFill>
          <a:ln cap="flat" cmpd="sng" w="12700">
            <a:solidFill>
              <a:srgbClr val="DCDC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g3f9c682d955_24_0"/>
          <p:cNvSpPr txBox="1"/>
          <p:nvPr/>
        </p:nvSpPr>
        <p:spPr>
          <a:xfrm>
            <a:off x="2267713" y="2896060"/>
            <a:ext cx="8961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결과</a:t>
            </a:r>
            <a:endParaRPr/>
          </a:p>
        </p:txBody>
      </p:sp>
      <p:cxnSp>
        <p:nvCxnSpPr>
          <p:cNvPr id="285" name="Google Shape;285;g3f9c682d955_24_0"/>
          <p:cNvCxnSpPr/>
          <p:nvPr/>
        </p:nvCxnSpPr>
        <p:spPr>
          <a:xfrm>
            <a:off x="1124712" y="2276784"/>
            <a:ext cx="123300" cy="0"/>
          </a:xfrm>
          <a:prstGeom prst="straightConnector1">
            <a:avLst/>
          </a:prstGeom>
          <a:noFill/>
          <a:ln cap="flat" cmpd="sng" w="12700">
            <a:solidFill>
              <a:srgbClr val="575757"/>
            </a:solidFill>
            <a:prstDash val="solid"/>
            <a:round/>
            <a:headEnd len="sm" w="sm" type="none"/>
            <a:tailEnd len="sm" w="sm" type="triangl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286" name="Google Shape;286;g3f9c682d955_24_0"/>
          <p:cNvCxnSpPr/>
          <p:nvPr/>
        </p:nvCxnSpPr>
        <p:spPr>
          <a:xfrm>
            <a:off x="1124712" y="2969311"/>
            <a:ext cx="123300" cy="0"/>
          </a:xfrm>
          <a:prstGeom prst="straightConnector1">
            <a:avLst/>
          </a:prstGeom>
          <a:noFill/>
          <a:ln cap="flat" cmpd="sng" w="12700">
            <a:solidFill>
              <a:srgbClr val="575757"/>
            </a:solidFill>
            <a:prstDash val="solid"/>
            <a:round/>
            <a:headEnd len="sm" w="sm" type="none"/>
            <a:tailEnd len="sm" w="sm" type="triangl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287" name="Google Shape;287;g3f9c682d955_24_0"/>
          <p:cNvCxnSpPr/>
          <p:nvPr/>
        </p:nvCxnSpPr>
        <p:spPr>
          <a:xfrm>
            <a:off x="2144269" y="2276784"/>
            <a:ext cx="123300" cy="0"/>
          </a:xfrm>
          <a:prstGeom prst="straightConnector1">
            <a:avLst/>
          </a:prstGeom>
          <a:noFill/>
          <a:ln cap="flat" cmpd="sng" w="12700">
            <a:solidFill>
              <a:srgbClr val="575757"/>
            </a:solidFill>
            <a:prstDash val="solid"/>
            <a:round/>
            <a:headEnd len="sm" w="sm" type="none"/>
            <a:tailEnd len="sm" w="sm" type="triangl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288" name="Google Shape;288;g3f9c682d955_24_0"/>
          <p:cNvCxnSpPr/>
          <p:nvPr/>
        </p:nvCxnSpPr>
        <p:spPr>
          <a:xfrm>
            <a:off x="2144269" y="2969311"/>
            <a:ext cx="123300" cy="0"/>
          </a:xfrm>
          <a:prstGeom prst="straightConnector1">
            <a:avLst/>
          </a:prstGeom>
          <a:noFill/>
          <a:ln cap="flat" cmpd="sng" w="12700">
            <a:solidFill>
              <a:srgbClr val="575757"/>
            </a:solidFill>
            <a:prstDash val="solid"/>
            <a:round/>
            <a:headEnd len="sm" w="sm" type="none"/>
            <a:tailEnd len="sm" w="sm" type="triangl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289" name="Google Shape;289;g3f9c682d955_24_0"/>
          <p:cNvCxnSpPr/>
          <p:nvPr/>
        </p:nvCxnSpPr>
        <p:spPr>
          <a:xfrm>
            <a:off x="3163825" y="2276784"/>
            <a:ext cx="82200" cy="0"/>
          </a:xfrm>
          <a:prstGeom prst="straightConnector1">
            <a:avLst/>
          </a:prstGeom>
          <a:noFill/>
          <a:ln cap="flat" cmpd="sng" w="12700">
            <a:solidFill>
              <a:srgbClr val="57575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290" name="Google Shape;290;g3f9c682d955_24_0"/>
          <p:cNvCxnSpPr/>
          <p:nvPr/>
        </p:nvCxnSpPr>
        <p:spPr>
          <a:xfrm>
            <a:off x="3246121" y="2276784"/>
            <a:ext cx="0" cy="315600"/>
          </a:xfrm>
          <a:prstGeom prst="straightConnector1">
            <a:avLst/>
          </a:prstGeom>
          <a:noFill/>
          <a:ln cap="flat" cmpd="sng" w="12700">
            <a:solidFill>
              <a:srgbClr val="57575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291" name="Google Shape;291;g3f9c682d955_24_0"/>
          <p:cNvCxnSpPr/>
          <p:nvPr/>
        </p:nvCxnSpPr>
        <p:spPr>
          <a:xfrm rot="10800000">
            <a:off x="676621" y="2592495"/>
            <a:ext cx="2569500" cy="0"/>
          </a:xfrm>
          <a:prstGeom prst="straightConnector1">
            <a:avLst/>
          </a:prstGeom>
          <a:noFill/>
          <a:ln cap="flat" cmpd="sng" w="12700">
            <a:solidFill>
              <a:srgbClr val="57575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292" name="Google Shape;292;g3f9c682d955_24_0"/>
          <p:cNvCxnSpPr/>
          <p:nvPr/>
        </p:nvCxnSpPr>
        <p:spPr>
          <a:xfrm>
            <a:off x="676656" y="2592495"/>
            <a:ext cx="0" cy="142500"/>
          </a:xfrm>
          <a:prstGeom prst="straightConnector1">
            <a:avLst/>
          </a:prstGeom>
          <a:noFill/>
          <a:ln cap="flat" cmpd="sng" w="12700">
            <a:solidFill>
              <a:srgbClr val="575757"/>
            </a:solidFill>
            <a:prstDash val="solid"/>
            <a:round/>
            <a:headEnd len="sm" w="sm" type="none"/>
            <a:tailEnd len="sm" w="sm" type="triangl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293" name="Google Shape;293;g3f9c682d955_24_0"/>
          <p:cNvSpPr/>
          <p:nvPr/>
        </p:nvSpPr>
        <p:spPr>
          <a:xfrm>
            <a:off x="228600" y="3401898"/>
            <a:ext cx="3063300" cy="662100"/>
          </a:xfrm>
          <a:prstGeom prst="roundRect">
            <a:avLst>
              <a:gd fmla="val 10000" name="adj"/>
            </a:avLst>
          </a:prstGeom>
          <a:solidFill>
            <a:srgbClr val="F4F4F4"/>
          </a:solidFill>
          <a:ln cap="flat" cmpd="sng" w="12700">
            <a:solidFill>
              <a:srgbClr val="DCDC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g3f9c682d955_24_0"/>
          <p:cNvSpPr txBox="1"/>
          <p:nvPr/>
        </p:nvSpPr>
        <p:spPr>
          <a:xfrm>
            <a:off x="384048" y="3554659"/>
            <a:ext cx="12801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1A1A1A"/>
                </a:solidFill>
                <a:latin typeface="Consolas"/>
                <a:ea typeface="Consolas"/>
                <a:cs typeface="Consolas"/>
                <a:sym typeface="Consolas"/>
              </a:rPr>
              <a:t>React 클라이언트</a:t>
            </a:r>
            <a:endParaRPr b="1" i="0" sz="1100" u="none" cap="none" strike="noStrike">
              <a:solidFill>
                <a:srgbClr val="1A1A1A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95" name="Google Shape;295;g3f9c682d955_24_0"/>
          <p:cNvSpPr txBox="1"/>
          <p:nvPr/>
        </p:nvSpPr>
        <p:spPr>
          <a:xfrm>
            <a:off x="393627" y="3805590"/>
            <a:ext cx="27432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75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Vite + CSR </a:t>
            </a:r>
            <a:r>
              <a:rPr b="0" i="0" lang="en-US" sz="9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· </a:t>
            </a:r>
            <a:r>
              <a:rPr b="0" i="0" lang="en-US" sz="900" u="none" cap="none" strike="noStrike">
                <a:solidFill>
                  <a:srgbClr val="575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Socket.io-client</a:t>
            </a:r>
            <a:r>
              <a:rPr b="0" i="0" lang="en-US" sz="9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endParaRPr b="0" sz="900">
              <a:solidFill>
                <a:srgbClr val="575757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96" name="Google Shape;296;g3f9c682d955_24_0"/>
          <p:cNvSpPr/>
          <p:nvPr/>
        </p:nvSpPr>
        <p:spPr>
          <a:xfrm>
            <a:off x="4069082" y="1767573"/>
            <a:ext cx="4480500" cy="916500"/>
          </a:xfrm>
          <a:prstGeom prst="roundRect">
            <a:avLst>
              <a:gd fmla="val 10000" name="adj"/>
            </a:avLst>
          </a:prstGeom>
          <a:solidFill>
            <a:srgbClr val="F4F4F4"/>
          </a:solidFill>
          <a:ln cap="flat" cmpd="sng" w="12700">
            <a:solidFill>
              <a:srgbClr val="DCDC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g3f9c682d955_24_0"/>
          <p:cNvSpPr txBox="1"/>
          <p:nvPr/>
        </p:nvSpPr>
        <p:spPr>
          <a:xfrm>
            <a:off x="4233674" y="2019030"/>
            <a:ext cx="27432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Express + Socket.IO</a:t>
            </a:r>
            <a:endParaRPr/>
          </a:p>
        </p:txBody>
      </p:sp>
      <p:sp>
        <p:nvSpPr>
          <p:cNvPr id="298" name="Google Shape;298;g3f9c682d955_24_0"/>
          <p:cNvSpPr txBox="1"/>
          <p:nvPr/>
        </p:nvSpPr>
        <p:spPr>
          <a:xfrm>
            <a:off x="4250003" y="2368928"/>
            <a:ext cx="41148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575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단일 프로세스 · 단일 포트</a:t>
            </a:r>
            <a:endParaRPr b="0" sz="900">
              <a:solidFill>
                <a:srgbClr val="575757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299" name="Google Shape;299;g3f9c682d955_24_0"/>
          <p:cNvCxnSpPr/>
          <p:nvPr/>
        </p:nvCxnSpPr>
        <p:spPr>
          <a:xfrm>
            <a:off x="6309363" y="2684153"/>
            <a:ext cx="0" cy="305400"/>
          </a:xfrm>
          <a:prstGeom prst="straightConnector1">
            <a:avLst/>
          </a:prstGeom>
          <a:noFill/>
          <a:ln cap="flat" cmpd="sng" w="12700">
            <a:solidFill>
              <a:srgbClr val="1A1A1A"/>
            </a:solidFill>
            <a:prstDash val="solid"/>
            <a:round/>
            <a:headEnd len="sm" w="sm" type="none"/>
            <a:tailEnd len="sm" w="sm" type="triangl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300" name="Google Shape;300;g3f9c682d955_24_0"/>
          <p:cNvSpPr txBox="1"/>
          <p:nvPr/>
        </p:nvSpPr>
        <p:spPr>
          <a:xfrm>
            <a:off x="6400803" y="2724890"/>
            <a:ext cx="10974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00">
                <a:solidFill>
                  <a:srgbClr val="575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요청 처리</a:t>
            </a:r>
            <a:endParaRPr/>
          </a:p>
        </p:txBody>
      </p:sp>
      <p:sp>
        <p:nvSpPr>
          <p:cNvPr id="301" name="Google Shape;301;g3f9c682d955_24_0"/>
          <p:cNvSpPr/>
          <p:nvPr/>
        </p:nvSpPr>
        <p:spPr>
          <a:xfrm>
            <a:off x="4069082" y="2989680"/>
            <a:ext cx="4480500" cy="763800"/>
          </a:xfrm>
          <a:prstGeom prst="roundRect">
            <a:avLst>
              <a:gd fmla="val 10000" name="adj"/>
            </a:avLst>
          </a:prstGeom>
          <a:solidFill>
            <a:srgbClr val="F4F4F4"/>
          </a:solidFill>
          <a:ln cap="flat" cmpd="sng" w="12700">
            <a:solidFill>
              <a:srgbClr val="DCDC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g3f9c682d955_24_0"/>
          <p:cNvSpPr txBox="1"/>
          <p:nvPr/>
        </p:nvSpPr>
        <p:spPr>
          <a:xfrm>
            <a:off x="4233674" y="3101706"/>
            <a:ext cx="27432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게임 로직 코어</a:t>
            </a:r>
            <a:endParaRPr/>
          </a:p>
        </p:txBody>
      </p:sp>
      <p:sp>
        <p:nvSpPr>
          <p:cNvPr id="303" name="Google Shape;303;g3f9c682d955_24_0"/>
          <p:cNvSpPr txBox="1"/>
          <p:nvPr/>
        </p:nvSpPr>
        <p:spPr>
          <a:xfrm>
            <a:off x="4233674" y="3397049"/>
            <a:ext cx="41148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575757"/>
                </a:solidFill>
                <a:latin typeface="Consolas"/>
                <a:ea typeface="Consolas"/>
                <a:cs typeface="Consolas"/>
                <a:sym typeface="Consolas"/>
              </a:rPr>
              <a:t>room · stateMachine · vote · timer · view</a:t>
            </a:r>
            <a:endParaRPr/>
          </a:p>
        </p:txBody>
      </p:sp>
      <p:cxnSp>
        <p:nvCxnSpPr>
          <p:cNvPr id="304" name="Google Shape;304;g3f9c682d955_24_0"/>
          <p:cNvCxnSpPr/>
          <p:nvPr/>
        </p:nvCxnSpPr>
        <p:spPr>
          <a:xfrm>
            <a:off x="6309363" y="3753496"/>
            <a:ext cx="0" cy="305400"/>
          </a:xfrm>
          <a:prstGeom prst="straightConnector1">
            <a:avLst/>
          </a:prstGeom>
          <a:noFill/>
          <a:ln cap="flat" cmpd="sng" w="12700">
            <a:solidFill>
              <a:srgbClr val="1A1A1A"/>
            </a:solidFill>
            <a:prstDash val="solid"/>
            <a:round/>
            <a:headEnd len="sm" w="sm" type="none"/>
            <a:tailEnd len="sm" w="sm" type="triangl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305" name="Google Shape;305;g3f9c682d955_24_0"/>
          <p:cNvSpPr txBox="1"/>
          <p:nvPr/>
        </p:nvSpPr>
        <p:spPr>
          <a:xfrm>
            <a:off x="6400803" y="3794233"/>
            <a:ext cx="10974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00">
                <a:solidFill>
                  <a:srgbClr val="575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봇 차례마다</a:t>
            </a:r>
            <a:endParaRPr/>
          </a:p>
        </p:txBody>
      </p:sp>
      <p:sp>
        <p:nvSpPr>
          <p:cNvPr id="306" name="Google Shape;306;g3f9c682d955_24_0"/>
          <p:cNvSpPr/>
          <p:nvPr/>
        </p:nvSpPr>
        <p:spPr>
          <a:xfrm>
            <a:off x="4069082" y="4059022"/>
            <a:ext cx="4480500" cy="1069200"/>
          </a:xfrm>
          <a:prstGeom prst="roundRect">
            <a:avLst>
              <a:gd fmla="val 10000" name="adj"/>
            </a:avLst>
          </a:prstGeom>
          <a:solidFill>
            <a:srgbClr val="F4F4F4"/>
          </a:solidFill>
          <a:ln cap="flat" cmpd="sng" w="12700">
            <a:solidFill>
              <a:srgbClr val="DCDC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g3f9c682d955_24_0"/>
          <p:cNvSpPr txBox="1"/>
          <p:nvPr/>
        </p:nvSpPr>
        <p:spPr>
          <a:xfrm>
            <a:off x="4233674" y="4160865"/>
            <a:ext cx="10059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봇 모듈</a:t>
            </a:r>
            <a:endParaRPr/>
          </a:p>
        </p:txBody>
      </p:sp>
      <p:sp>
        <p:nvSpPr>
          <p:cNvPr id="308" name="Google Shape;308;g3f9c682d955_24_0"/>
          <p:cNvSpPr txBox="1"/>
          <p:nvPr/>
        </p:nvSpPr>
        <p:spPr>
          <a:xfrm>
            <a:off x="4937762" y="4201602"/>
            <a:ext cx="6402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575757"/>
                </a:solidFill>
                <a:latin typeface="Consolas"/>
                <a:ea typeface="Consolas"/>
                <a:cs typeface="Consolas"/>
                <a:sym typeface="Consolas"/>
              </a:rPr>
              <a:t>bot/</a:t>
            </a:r>
            <a:endParaRPr/>
          </a:p>
        </p:txBody>
      </p:sp>
      <p:sp>
        <p:nvSpPr>
          <p:cNvPr id="309" name="Google Shape;309;g3f9c682d955_24_0"/>
          <p:cNvSpPr/>
          <p:nvPr/>
        </p:nvSpPr>
        <p:spPr>
          <a:xfrm>
            <a:off x="4233674" y="4466392"/>
            <a:ext cx="1316700" cy="529500"/>
          </a:xfrm>
          <a:prstGeom prst="roundRect">
            <a:avLst>
              <a:gd fmla="val 10000" name="adj"/>
            </a:avLst>
          </a:prstGeom>
          <a:solidFill>
            <a:srgbClr val="FFFFFF"/>
          </a:solidFill>
          <a:ln cap="flat" cmpd="sng" w="12700">
            <a:solidFill>
              <a:srgbClr val="DCDC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g3f9c682d955_24_0"/>
          <p:cNvSpPr txBox="1"/>
          <p:nvPr/>
        </p:nvSpPr>
        <p:spPr>
          <a:xfrm>
            <a:off x="4325114" y="4547866"/>
            <a:ext cx="1188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1A1A1A"/>
                </a:solidFill>
                <a:latin typeface="Consolas"/>
                <a:ea typeface="Consolas"/>
                <a:cs typeface="Consolas"/>
                <a:sym typeface="Consolas"/>
              </a:rPr>
              <a:t>index.ts</a:t>
            </a:r>
            <a:endParaRPr/>
          </a:p>
        </p:txBody>
      </p:sp>
      <p:sp>
        <p:nvSpPr>
          <p:cNvPr id="311" name="Google Shape;311;g3f9c682d955_24_0"/>
          <p:cNvSpPr txBox="1"/>
          <p:nvPr/>
        </p:nvSpPr>
        <p:spPr>
          <a:xfrm>
            <a:off x="4325114" y="4761734"/>
            <a:ext cx="11886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00">
                <a:solidFill>
                  <a:srgbClr val="575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차례 판단</a:t>
            </a:r>
            <a:endParaRPr/>
          </a:p>
        </p:txBody>
      </p:sp>
      <p:sp>
        <p:nvSpPr>
          <p:cNvPr id="312" name="Google Shape;312;g3f9c682d955_24_0"/>
          <p:cNvSpPr/>
          <p:nvPr/>
        </p:nvSpPr>
        <p:spPr>
          <a:xfrm>
            <a:off x="5650994" y="4466392"/>
            <a:ext cx="1316700" cy="529500"/>
          </a:xfrm>
          <a:prstGeom prst="roundRect">
            <a:avLst>
              <a:gd fmla="val 10000" name="adj"/>
            </a:avLst>
          </a:prstGeom>
          <a:solidFill>
            <a:srgbClr val="160607"/>
          </a:solidFill>
          <a:ln cap="flat" cmpd="sng" w="22225">
            <a:solidFill>
              <a:srgbClr val="FF27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g3f9c682d955_24_0"/>
          <p:cNvSpPr txBox="1"/>
          <p:nvPr/>
        </p:nvSpPr>
        <p:spPr>
          <a:xfrm>
            <a:off x="5742433" y="4547866"/>
            <a:ext cx="1188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prompts.ts</a:t>
            </a:r>
            <a:endParaRPr/>
          </a:p>
        </p:txBody>
      </p:sp>
      <p:sp>
        <p:nvSpPr>
          <p:cNvPr id="314" name="Google Shape;314;g3f9c682d955_24_0"/>
          <p:cNvSpPr txBox="1"/>
          <p:nvPr/>
        </p:nvSpPr>
        <p:spPr>
          <a:xfrm>
            <a:off x="5742433" y="4761734"/>
            <a:ext cx="11886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00">
                <a:solidFill>
                  <a:srgbClr val="FF2733"/>
                </a:solidFill>
                <a:latin typeface="Malgun Gothic"/>
                <a:ea typeface="Malgun Gothic"/>
                <a:cs typeface="Malgun Gothic"/>
                <a:sym typeface="Malgun Gothic"/>
              </a:rPr>
              <a:t>★ 루프가 고치는 곳</a:t>
            </a:r>
            <a:endParaRPr/>
          </a:p>
        </p:txBody>
      </p:sp>
      <p:sp>
        <p:nvSpPr>
          <p:cNvPr id="315" name="Google Shape;315;g3f9c682d955_24_0"/>
          <p:cNvSpPr/>
          <p:nvPr/>
        </p:nvSpPr>
        <p:spPr>
          <a:xfrm>
            <a:off x="7068315" y="4466392"/>
            <a:ext cx="1316700" cy="529500"/>
          </a:xfrm>
          <a:prstGeom prst="roundRect">
            <a:avLst>
              <a:gd fmla="val 10000" name="adj"/>
            </a:avLst>
          </a:prstGeom>
          <a:solidFill>
            <a:srgbClr val="FFFFFF"/>
          </a:solidFill>
          <a:ln cap="flat" cmpd="sng" w="12700">
            <a:solidFill>
              <a:srgbClr val="DCDC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g3f9c682d955_24_0"/>
          <p:cNvSpPr txBox="1"/>
          <p:nvPr/>
        </p:nvSpPr>
        <p:spPr>
          <a:xfrm>
            <a:off x="7159755" y="4547866"/>
            <a:ext cx="1188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1A1A1A"/>
                </a:solidFill>
                <a:latin typeface="Consolas"/>
                <a:ea typeface="Consolas"/>
                <a:cs typeface="Consolas"/>
                <a:sym typeface="Consolas"/>
              </a:rPr>
              <a:t>llm.ts</a:t>
            </a:r>
            <a:endParaRPr/>
          </a:p>
        </p:txBody>
      </p:sp>
      <p:sp>
        <p:nvSpPr>
          <p:cNvPr id="317" name="Google Shape;317;g3f9c682d955_24_0"/>
          <p:cNvSpPr txBox="1"/>
          <p:nvPr/>
        </p:nvSpPr>
        <p:spPr>
          <a:xfrm>
            <a:off x="7159755" y="4761734"/>
            <a:ext cx="11886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00">
                <a:solidFill>
                  <a:srgbClr val="575757"/>
                </a:solidFill>
                <a:latin typeface="Consolas"/>
                <a:ea typeface="Consolas"/>
                <a:cs typeface="Consolas"/>
                <a:sym typeface="Consolas"/>
              </a:rPr>
              <a:t>generate()</a:t>
            </a:r>
            <a:endParaRPr/>
          </a:p>
        </p:txBody>
      </p:sp>
      <p:cxnSp>
        <p:nvCxnSpPr>
          <p:cNvPr id="318" name="Google Shape;318;g3f9c682d955_24_0"/>
          <p:cNvCxnSpPr/>
          <p:nvPr/>
        </p:nvCxnSpPr>
        <p:spPr>
          <a:xfrm>
            <a:off x="6309363" y="5128366"/>
            <a:ext cx="0" cy="305400"/>
          </a:xfrm>
          <a:prstGeom prst="straightConnector1">
            <a:avLst/>
          </a:prstGeom>
          <a:noFill/>
          <a:ln cap="flat" cmpd="sng" w="12700">
            <a:solidFill>
              <a:srgbClr val="1A1A1A"/>
            </a:solidFill>
            <a:prstDash val="solid"/>
            <a:round/>
            <a:headEnd len="sm" w="sm" type="none"/>
            <a:tailEnd len="sm" w="sm" type="triangl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319" name="Google Shape;319;g3f9c682d955_24_0"/>
          <p:cNvSpPr txBox="1"/>
          <p:nvPr/>
        </p:nvSpPr>
        <p:spPr>
          <a:xfrm>
            <a:off x="6400803" y="5158919"/>
            <a:ext cx="16458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00">
                <a:solidFill>
                  <a:srgbClr val="575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한 판 = games 1행</a:t>
            </a:r>
            <a:endParaRPr/>
          </a:p>
        </p:txBody>
      </p:sp>
      <p:sp>
        <p:nvSpPr>
          <p:cNvPr id="320" name="Google Shape;320;g3f9c682d955_24_0"/>
          <p:cNvSpPr/>
          <p:nvPr/>
        </p:nvSpPr>
        <p:spPr>
          <a:xfrm>
            <a:off x="4069082" y="5433893"/>
            <a:ext cx="4480500" cy="325800"/>
          </a:xfrm>
          <a:prstGeom prst="roundRect">
            <a:avLst>
              <a:gd fmla="val 30000" name="adj"/>
            </a:avLst>
          </a:prstGeom>
          <a:solidFill>
            <a:srgbClr val="C2162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g3f9c682d955_24_0"/>
          <p:cNvSpPr txBox="1"/>
          <p:nvPr/>
        </p:nvSpPr>
        <p:spPr>
          <a:xfrm>
            <a:off x="4069082" y="5514386"/>
            <a:ext cx="4480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Supabase</a:t>
            </a:r>
            <a:endParaRPr/>
          </a:p>
        </p:txBody>
      </p:sp>
      <p:sp>
        <p:nvSpPr>
          <p:cNvPr id="322" name="Google Shape;322;g3f9c682d955_24_0"/>
          <p:cNvSpPr/>
          <p:nvPr/>
        </p:nvSpPr>
        <p:spPr>
          <a:xfrm>
            <a:off x="4069082" y="5759788"/>
            <a:ext cx="4480500" cy="845400"/>
          </a:xfrm>
          <a:prstGeom prst="roundRect">
            <a:avLst>
              <a:gd fmla="val 10000" name="adj"/>
            </a:avLst>
          </a:prstGeom>
          <a:solidFill>
            <a:srgbClr val="FFFFFF"/>
          </a:solidFill>
          <a:ln cap="flat" cmpd="sng" w="15875">
            <a:solidFill>
              <a:srgbClr val="C216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g3f9c682d955_24_0"/>
          <p:cNvSpPr txBox="1"/>
          <p:nvPr/>
        </p:nvSpPr>
        <p:spPr>
          <a:xfrm>
            <a:off x="4233674" y="5881999"/>
            <a:ext cx="27432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PostgreSQL</a:t>
            </a:r>
            <a:endParaRPr/>
          </a:p>
        </p:txBody>
      </p:sp>
      <p:sp>
        <p:nvSpPr>
          <p:cNvPr id="324" name="Google Shape;324;g3f9c682d955_24_0"/>
          <p:cNvSpPr txBox="1"/>
          <p:nvPr/>
        </p:nvSpPr>
        <p:spPr>
          <a:xfrm>
            <a:off x="4233674" y="6187526"/>
            <a:ext cx="41148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50">
                <a:solidFill>
                  <a:srgbClr val="575757"/>
                </a:solidFill>
                <a:latin typeface="Consolas"/>
                <a:ea typeface="Consolas"/>
                <a:cs typeface="Consolas"/>
                <a:sym typeface="Consolas"/>
              </a:rPr>
              <a:t>games — bot_commit_sha · bot_provider · bot_model</a:t>
            </a:r>
            <a:endParaRPr b="0" sz="850">
              <a:solidFill>
                <a:srgbClr val="575757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25" name="Google Shape;325;g3f9c682d955_24_0"/>
          <p:cNvSpPr txBox="1"/>
          <p:nvPr/>
        </p:nvSpPr>
        <p:spPr>
          <a:xfrm>
            <a:off x="3310129" y="2185125"/>
            <a:ext cx="7314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50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action</a:t>
            </a:r>
            <a:endParaRPr/>
          </a:p>
        </p:txBody>
      </p:sp>
      <p:cxnSp>
        <p:nvCxnSpPr>
          <p:cNvPr id="326" name="Google Shape;326;g3f9c682d955_24_0"/>
          <p:cNvCxnSpPr/>
          <p:nvPr/>
        </p:nvCxnSpPr>
        <p:spPr>
          <a:xfrm>
            <a:off x="3346705" y="2409179"/>
            <a:ext cx="685800" cy="0"/>
          </a:xfrm>
          <a:prstGeom prst="straightConnector1">
            <a:avLst/>
          </a:prstGeom>
          <a:noFill/>
          <a:ln cap="flat" cmpd="sng" w="12700">
            <a:solidFill>
              <a:srgbClr val="1A1A1A"/>
            </a:solidFill>
            <a:prstDash val="solid"/>
            <a:round/>
            <a:headEnd len="sm" w="sm" type="none"/>
            <a:tailEnd len="sm" w="sm" type="triangl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327" name="Google Shape;327;g3f9c682d955_24_0"/>
          <p:cNvSpPr txBox="1"/>
          <p:nvPr/>
        </p:nvSpPr>
        <p:spPr>
          <a:xfrm>
            <a:off x="3310129" y="2460100"/>
            <a:ext cx="731400" cy="1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750">
                <a:solidFill>
                  <a:srgbClr val="575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참가·발언·투표</a:t>
            </a:r>
            <a:endParaRPr/>
          </a:p>
        </p:txBody>
      </p:sp>
      <p:sp>
        <p:nvSpPr>
          <p:cNvPr id="328" name="Google Shape;328;g3f9c682d955_24_0"/>
          <p:cNvSpPr txBox="1"/>
          <p:nvPr/>
        </p:nvSpPr>
        <p:spPr>
          <a:xfrm>
            <a:off x="3310129" y="2898022"/>
            <a:ext cx="7314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50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event</a:t>
            </a:r>
            <a:endParaRPr/>
          </a:p>
        </p:txBody>
      </p:sp>
      <p:cxnSp>
        <p:nvCxnSpPr>
          <p:cNvPr id="329" name="Google Shape;329;g3f9c682d955_24_0"/>
          <p:cNvCxnSpPr/>
          <p:nvPr/>
        </p:nvCxnSpPr>
        <p:spPr>
          <a:xfrm rot="10800000">
            <a:off x="3346706" y="3122075"/>
            <a:ext cx="685800" cy="0"/>
          </a:xfrm>
          <a:prstGeom prst="straightConnector1">
            <a:avLst/>
          </a:prstGeom>
          <a:noFill/>
          <a:ln cap="flat" cmpd="sng" w="12700">
            <a:solidFill>
              <a:srgbClr val="1A1A1A"/>
            </a:solidFill>
            <a:prstDash val="solid"/>
            <a:round/>
            <a:headEnd len="sm" w="sm" type="none"/>
            <a:tailEnd len="sm" w="sm" type="triangl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330" name="Google Shape;330;g3f9c682d955_24_0"/>
          <p:cNvSpPr txBox="1"/>
          <p:nvPr/>
        </p:nvSpPr>
        <p:spPr>
          <a:xfrm>
            <a:off x="3310129" y="3172996"/>
            <a:ext cx="731400" cy="1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750">
                <a:solidFill>
                  <a:srgbClr val="575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GameState 전체</a:t>
            </a:r>
            <a:endParaRPr/>
          </a:p>
        </p:txBody>
      </p:sp>
      <p:sp>
        <p:nvSpPr>
          <p:cNvPr id="331" name="Google Shape;331;g3f9c682d955_24_0"/>
          <p:cNvSpPr/>
          <p:nvPr/>
        </p:nvSpPr>
        <p:spPr>
          <a:xfrm>
            <a:off x="8823964" y="2989680"/>
            <a:ext cx="2862000" cy="814800"/>
          </a:xfrm>
          <a:prstGeom prst="roundRect">
            <a:avLst>
              <a:gd fmla="val 10000" name="adj"/>
            </a:avLst>
          </a:prstGeom>
          <a:solidFill>
            <a:srgbClr val="FFFFFF"/>
          </a:solidFill>
          <a:ln cap="flat" cmpd="sng" w="15875">
            <a:solidFill>
              <a:srgbClr val="C216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g3f9c682d955_24_0"/>
          <p:cNvSpPr txBox="1"/>
          <p:nvPr/>
        </p:nvSpPr>
        <p:spPr>
          <a:xfrm>
            <a:off x="8988556" y="3154084"/>
            <a:ext cx="25602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Discord Webhook</a:t>
            </a:r>
            <a:endParaRPr b="1" sz="1300">
              <a:solidFill>
                <a:srgbClr val="1A1A1A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33" name="Google Shape;333;g3f9c682d955_24_0"/>
          <p:cNvSpPr txBox="1"/>
          <p:nvPr/>
        </p:nvSpPr>
        <p:spPr>
          <a:xfrm>
            <a:off x="8974840" y="3498891"/>
            <a:ext cx="25602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C21620"/>
                </a:solidFill>
                <a:latin typeface="Malgun Gothic"/>
                <a:ea typeface="Malgun Gothic"/>
                <a:cs typeface="Malgun Gothic"/>
                <a:sym typeface="Malgun Gothic"/>
              </a:rPr>
              <a:t>→ 게임 종료 시 · 알림 방향만</a:t>
            </a:r>
            <a:endParaRPr b="1" sz="900">
              <a:solidFill>
                <a:srgbClr val="C2162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334" name="Google Shape;334;g3f9c682d955_24_0"/>
          <p:cNvCxnSpPr/>
          <p:nvPr/>
        </p:nvCxnSpPr>
        <p:spPr>
          <a:xfrm>
            <a:off x="8549644" y="3397049"/>
            <a:ext cx="274200" cy="0"/>
          </a:xfrm>
          <a:prstGeom prst="straightConnector1">
            <a:avLst/>
          </a:prstGeom>
          <a:noFill/>
          <a:ln cap="flat" cmpd="sng" w="12700">
            <a:solidFill>
              <a:srgbClr val="C21620"/>
            </a:solidFill>
            <a:prstDash val="dash"/>
            <a:round/>
            <a:headEnd len="sm" w="sm" type="none"/>
            <a:tailEnd len="sm" w="sm" type="triangl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335" name="Google Shape;335;g3f9c682d955_24_0"/>
          <p:cNvSpPr/>
          <p:nvPr/>
        </p:nvSpPr>
        <p:spPr>
          <a:xfrm>
            <a:off x="8823964" y="4160865"/>
            <a:ext cx="2862000" cy="865800"/>
          </a:xfrm>
          <a:prstGeom prst="roundRect">
            <a:avLst>
              <a:gd fmla="val 10000" name="adj"/>
            </a:avLst>
          </a:prstGeom>
          <a:solidFill>
            <a:srgbClr val="FFFFFF"/>
          </a:solidFill>
          <a:ln cap="flat" cmpd="sng" w="15875">
            <a:solidFill>
              <a:srgbClr val="C216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g3f9c682d955_24_0"/>
          <p:cNvSpPr txBox="1"/>
          <p:nvPr/>
        </p:nvSpPr>
        <p:spPr>
          <a:xfrm>
            <a:off x="8988556" y="4323813"/>
            <a:ext cx="25602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LLM 호환 API</a:t>
            </a:r>
            <a:endParaRPr/>
          </a:p>
        </p:txBody>
      </p:sp>
      <p:sp>
        <p:nvSpPr>
          <p:cNvPr id="337" name="Google Shape;337;g3f9c682d955_24_0"/>
          <p:cNvSpPr txBox="1"/>
          <p:nvPr/>
        </p:nvSpPr>
        <p:spPr>
          <a:xfrm>
            <a:off x="8988556" y="4700871"/>
            <a:ext cx="25602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C21620"/>
                </a:solidFill>
                <a:latin typeface="Malgun Gothic"/>
                <a:ea typeface="Malgun Gothic"/>
                <a:cs typeface="Malgun Gothic"/>
                <a:sym typeface="Malgun Gothic"/>
              </a:rPr>
              <a:t>→ 봇 차례마다 generate()</a:t>
            </a:r>
            <a:endParaRPr/>
          </a:p>
        </p:txBody>
      </p:sp>
      <p:cxnSp>
        <p:nvCxnSpPr>
          <p:cNvPr id="338" name="Google Shape;338;g3f9c682d955_24_0"/>
          <p:cNvCxnSpPr/>
          <p:nvPr/>
        </p:nvCxnSpPr>
        <p:spPr>
          <a:xfrm>
            <a:off x="8549644" y="4588603"/>
            <a:ext cx="274200" cy="0"/>
          </a:xfrm>
          <a:prstGeom prst="straightConnector1">
            <a:avLst/>
          </a:prstGeom>
          <a:noFill/>
          <a:ln cap="flat" cmpd="sng" w="12700">
            <a:solidFill>
              <a:srgbClr val="C21620"/>
            </a:solidFill>
            <a:prstDash val="dash"/>
            <a:round/>
            <a:headEnd len="sm" w="sm" type="none"/>
            <a:tailEnd len="sm" w="sm" type="triangl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339" name="Google Shape;339;g3f9c682d955_24_0"/>
          <p:cNvSpPr/>
          <p:nvPr/>
        </p:nvSpPr>
        <p:spPr>
          <a:xfrm>
            <a:off x="8823964" y="5728267"/>
            <a:ext cx="2862000" cy="920400"/>
          </a:xfrm>
          <a:prstGeom prst="roundRect">
            <a:avLst>
              <a:gd fmla="val 5000" name="adj"/>
            </a:avLst>
          </a:prstGeom>
          <a:noFill/>
          <a:ln cap="flat" cmpd="sng" w="9525">
            <a:solidFill>
              <a:srgbClr val="575757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g3f9c682d955_24_0"/>
          <p:cNvSpPr/>
          <p:nvPr/>
        </p:nvSpPr>
        <p:spPr>
          <a:xfrm>
            <a:off x="8823964" y="5734328"/>
            <a:ext cx="45600" cy="870600"/>
          </a:xfrm>
          <a:prstGeom prst="roundRect">
            <a:avLst>
              <a:gd fmla="val 0" name="adj"/>
            </a:avLst>
          </a:prstGeom>
          <a:solidFill>
            <a:srgbClr val="C2162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g3f9c682d955_24_0"/>
          <p:cNvSpPr/>
          <p:nvPr/>
        </p:nvSpPr>
        <p:spPr>
          <a:xfrm>
            <a:off x="8997700" y="5874240"/>
            <a:ext cx="658500" cy="305400"/>
          </a:xfrm>
          <a:prstGeom prst="roundRect">
            <a:avLst>
              <a:gd fmla="val 25000" name="adj"/>
            </a:avLst>
          </a:prstGeom>
          <a:solidFill>
            <a:srgbClr val="FFFFFF"/>
          </a:solidFill>
          <a:ln cap="flat" cmpd="sng" w="12700">
            <a:solidFill>
              <a:srgbClr val="DCDC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g3f9c682d955_24_0"/>
          <p:cNvSpPr txBox="1"/>
          <p:nvPr/>
        </p:nvSpPr>
        <p:spPr>
          <a:xfrm>
            <a:off x="8997700" y="5954733"/>
            <a:ext cx="6585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50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Stop 훅</a:t>
            </a:r>
            <a:endParaRPr/>
          </a:p>
        </p:txBody>
      </p:sp>
      <p:sp>
        <p:nvSpPr>
          <p:cNvPr id="343" name="Google Shape;343;g3f9c682d955_24_0"/>
          <p:cNvSpPr txBox="1"/>
          <p:nvPr/>
        </p:nvSpPr>
        <p:spPr>
          <a:xfrm>
            <a:off x="9656068" y="5874240"/>
            <a:ext cx="1647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50">
                <a:solidFill>
                  <a:srgbClr val="575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→</a:t>
            </a:r>
            <a:endParaRPr/>
          </a:p>
        </p:txBody>
      </p:sp>
      <p:sp>
        <p:nvSpPr>
          <p:cNvPr id="344" name="Google Shape;344;g3f9c682d955_24_0"/>
          <p:cNvSpPr/>
          <p:nvPr/>
        </p:nvSpPr>
        <p:spPr>
          <a:xfrm>
            <a:off x="9820660" y="5874240"/>
            <a:ext cx="804600" cy="305400"/>
          </a:xfrm>
          <a:prstGeom prst="roundRect">
            <a:avLst>
              <a:gd fmla="val 25000" name="adj"/>
            </a:avLst>
          </a:prstGeom>
          <a:solidFill>
            <a:srgbClr val="FFFFFF"/>
          </a:solidFill>
          <a:ln cap="flat" cmpd="sng" w="12700">
            <a:solidFill>
              <a:srgbClr val="DCDC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g3f9c682d955_24_0"/>
          <p:cNvSpPr txBox="1"/>
          <p:nvPr/>
        </p:nvSpPr>
        <p:spPr>
          <a:xfrm>
            <a:off x="9820660" y="5954733"/>
            <a:ext cx="8046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50">
                <a:solidFill>
                  <a:srgbClr val="1A1A1A"/>
                </a:solidFill>
                <a:latin typeface="Consolas"/>
                <a:ea typeface="Consolas"/>
                <a:cs typeface="Consolas"/>
                <a:sym typeface="Consolas"/>
              </a:rPr>
              <a:t>/selfrefine</a:t>
            </a:r>
            <a:endParaRPr/>
          </a:p>
        </p:txBody>
      </p:sp>
      <p:sp>
        <p:nvSpPr>
          <p:cNvPr id="346" name="Google Shape;346;g3f9c682d955_24_0"/>
          <p:cNvSpPr txBox="1"/>
          <p:nvPr/>
        </p:nvSpPr>
        <p:spPr>
          <a:xfrm>
            <a:off x="10625332" y="5874240"/>
            <a:ext cx="1647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50">
                <a:solidFill>
                  <a:srgbClr val="575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→</a:t>
            </a:r>
            <a:endParaRPr/>
          </a:p>
        </p:txBody>
      </p:sp>
      <p:sp>
        <p:nvSpPr>
          <p:cNvPr id="347" name="Google Shape;347;g3f9c682d955_24_0"/>
          <p:cNvSpPr/>
          <p:nvPr/>
        </p:nvSpPr>
        <p:spPr>
          <a:xfrm>
            <a:off x="10789924" y="5874240"/>
            <a:ext cx="713100" cy="305400"/>
          </a:xfrm>
          <a:prstGeom prst="roundRect">
            <a:avLst>
              <a:gd fmla="val 25000" name="adj"/>
            </a:avLst>
          </a:prstGeom>
          <a:solidFill>
            <a:srgbClr val="FFFFFF"/>
          </a:solidFill>
          <a:ln cap="flat" cmpd="sng" w="12700">
            <a:solidFill>
              <a:srgbClr val="DCDC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g3f9c682d955_24_0"/>
          <p:cNvSpPr txBox="1"/>
          <p:nvPr/>
        </p:nvSpPr>
        <p:spPr>
          <a:xfrm>
            <a:off x="10789924" y="5954733"/>
            <a:ext cx="7131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50">
                <a:solidFill>
                  <a:srgbClr val="1A1A1A"/>
                </a:solidFill>
                <a:latin typeface="Consolas"/>
                <a:ea typeface="Consolas"/>
                <a:cs typeface="Consolas"/>
                <a:sym typeface="Consolas"/>
              </a:rPr>
              <a:t>replay.ts</a:t>
            </a:r>
            <a:endParaRPr/>
          </a:p>
        </p:txBody>
      </p:sp>
      <p:sp>
        <p:nvSpPr>
          <p:cNvPr id="349" name="Google Shape;349;g3f9c682d955_24_0"/>
          <p:cNvSpPr/>
          <p:nvPr/>
        </p:nvSpPr>
        <p:spPr>
          <a:xfrm>
            <a:off x="8997700" y="6240872"/>
            <a:ext cx="411600" cy="305400"/>
          </a:xfrm>
          <a:prstGeom prst="roundRect">
            <a:avLst>
              <a:gd fmla="val 25000" name="adj"/>
            </a:avLst>
          </a:prstGeom>
          <a:solidFill>
            <a:srgbClr val="FFFFFF"/>
          </a:solidFill>
          <a:ln cap="flat" cmpd="sng" w="12700">
            <a:solidFill>
              <a:srgbClr val="DCDC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g3f9c682d955_24_0"/>
          <p:cNvSpPr txBox="1"/>
          <p:nvPr/>
        </p:nvSpPr>
        <p:spPr>
          <a:xfrm>
            <a:off x="8997700" y="6321365"/>
            <a:ext cx="4116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50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PR</a:t>
            </a:r>
            <a:endParaRPr/>
          </a:p>
        </p:txBody>
      </p:sp>
      <p:sp>
        <p:nvSpPr>
          <p:cNvPr id="351" name="Google Shape;351;g3f9c682d955_24_0"/>
          <p:cNvSpPr txBox="1"/>
          <p:nvPr/>
        </p:nvSpPr>
        <p:spPr>
          <a:xfrm>
            <a:off x="9409180" y="6240872"/>
            <a:ext cx="1647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50">
                <a:solidFill>
                  <a:srgbClr val="575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→</a:t>
            </a:r>
            <a:endParaRPr/>
          </a:p>
        </p:txBody>
      </p:sp>
      <p:sp>
        <p:nvSpPr>
          <p:cNvPr id="352" name="Google Shape;352;g3f9c682d955_24_0"/>
          <p:cNvSpPr/>
          <p:nvPr/>
        </p:nvSpPr>
        <p:spPr>
          <a:xfrm>
            <a:off x="9573771" y="6240872"/>
            <a:ext cx="1326000" cy="305400"/>
          </a:xfrm>
          <a:prstGeom prst="roundRect">
            <a:avLst>
              <a:gd fmla="val 25000" name="adj"/>
            </a:avLst>
          </a:prstGeom>
          <a:solidFill>
            <a:srgbClr val="FFFFFF"/>
          </a:solidFill>
          <a:ln cap="flat" cmpd="sng" w="12700">
            <a:solidFill>
              <a:srgbClr val="DCDC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g3f9c682d955_24_0"/>
          <p:cNvSpPr txBox="1"/>
          <p:nvPr/>
        </p:nvSpPr>
        <p:spPr>
          <a:xfrm>
            <a:off x="9573771" y="6321365"/>
            <a:ext cx="13260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50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사람 승인 · dev 머지</a:t>
            </a:r>
            <a:endParaRPr b="1" sz="850">
              <a:solidFill>
                <a:srgbClr val="1A1A1A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354" name="Google Shape;354;g3f9c682d955_24_0"/>
          <p:cNvCxnSpPr/>
          <p:nvPr/>
        </p:nvCxnSpPr>
        <p:spPr>
          <a:xfrm>
            <a:off x="8549644" y="6218078"/>
            <a:ext cx="274200" cy="0"/>
          </a:xfrm>
          <a:prstGeom prst="straightConnector1">
            <a:avLst/>
          </a:prstGeom>
          <a:noFill/>
          <a:ln cap="flat" cmpd="sng" w="12700">
            <a:solidFill>
              <a:srgbClr val="C21620"/>
            </a:solidFill>
            <a:prstDash val="dash"/>
            <a:round/>
            <a:headEnd len="sm" w="sm" type="triangle"/>
            <a:tailEnd len="sm" w="sm" type="triangl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g3f9c682d955_30_0"/>
          <p:cNvSpPr/>
          <p:nvPr/>
        </p:nvSpPr>
        <p:spPr>
          <a:xfrm>
            <a:off x="0" y="0"/>
            <a:ext cx="12192000" cy="1755600"/>
          </a:xfrm>
          <a:prstGeom prst="rect">
            <a:avLst/>
          </a:prstGeom>
          <a:solidFill>
            <a:srgbClr val="16060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ahmlet"/>
              <a:ea typeface="Hahmlet"/>
              <a:cs typeface="Hahmlet"/>
              <a:sym typeface="Hahmlet"/>
            </a:endParaRPr>
          </a:p>
        </p:txBody>
      </p:sp>
      <p:sp>
        <p:nvSpPr>
          <p:cNvPr id="361" name="Google Shape;361;g3f9c682d955_30_0"/>
          <p:cNvSpPr/>
          <p:nvPr/>
        </p:nvSpPr>
        <p:spPr>
          <a:xfrm>
            <a:off x="0" y="1755648"/>
            <a:ext cx="12192000" cy="32100"/>
          </a:xfrm>
          <a:prstGeom prst="rect">
            <a:avLst/>
          </a:prstGeom>
          <a:solidFill>
            <a:srgbClr val="FF27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ahmlet"/>
              <a:ea typeface="Hahmlet"/>
              <a:cs typeface="Hahmlet"/>
              <a:sym typeface="Hahmlet"/>
            </a:endParaRPr>
          </a:p>
        </p:txBody>
      </p:sp>
      <p:sp>
        <p:nvSpPr>
          <p:cNvPr id="362" name="Google Shape;362;g3f9c682d955_30_0"/>
          <p:cNvSpPr/>
          <p:nvPr/>
        </p:nvSpPr>
        <p:spPr>
          <a:xfrm>
            <a:off x="850415" y="441179"/>
            <a:ext cx="54864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FF2733"/>
              </a:buClr>
              <a:buSzPts val="2100"/>
              <a:buFont typeface="Malgun Gothic"/>
              <a:buNone/>
            </a:pPr>
            <a:r>
              <a:rPr b="1" lang="en-US" sz="2100">
                <a:solidFill>
                  <a:srgbClr val="FF2733"/>
                </a:solidFill>
                <a:latin typeface="Malgun Gothic"/>
                <a:ea typeface="Malgun Gothic"/>
                <a:cs typeface="Malgun Gothic"/>
                <a:sym typeface="Malgun Gothic"/>
              </a:rPr>
              <a:t>SECTION 05</a:t>
            </a:r>
            <a:r>
              <a:rPr lang="en-US" sz="21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2100">
                <a:solidFill>
                  <a:srgbClr val="FF2733"/>
                </a:solidFill>
                <a:latin typeface="Malgun Gothic"/>
                <a:ea typeface="Malgun Gothic"/>
                <a:cs typeface="Malgun Gothic"/>
                <a:sym typeface="Malgun Gothic"/>
              </a:rPr>
              <a:t>· </a:t>
            </a:r>
            <a:r>
              <a:rPr b="1" lang="en-US" sz="2100">
                <a:solidFill>
                  <a:srgbClr val="FF2733"/>
                </a:solidFill>
                <a:latin typeface="Malgun Gothic"/>
                <a:ea typeface="Malgun Gothic"/>
                <a:cs typeface="Malgun Gothic"/>
                <a:sym typeface="Malgun Gothic"/>
              </a:rPr>
              <a:t>핵심 코드 리뷰 </a:t>
            </a:r>
            <a:r>
              <a:rPr lang="en-US" sz="2100">
                <a:solidFill>
                  <a:srgbClr val="FF2733"/>
                </a:solidFill>
                <a:latin typeface="Malgun Gothic"/>
                <a:ea typeface="Malgun Gothic"/>
                <a:cs typeface="Malgun Gothic"/>
                <a:sym typeface="Malgun Gothic"/>
              </a:rPr>
              <a:t>·</a:t>
            </a:r>
            <a:r>
              <a:rPr b="1" lang="en-US" sz="2100">
                <a:solidFill>
                  <a:srgbClr val="FF2733"/>
                </a:solidFill>
                <a:latin typeface="Malgun Gothic"/>
                <a:ea typeface="Malgun Gothic"/>
                <a:cs typeface="Malgun Gothic"/>
                <a:sym typeface="Malgun Gothic"/>
              </a:rPr>
              <a:t> 맥</a:t>
            </a:r>
            <a:r>
              <a:rPr b="1" i="0" lang="en-US" sz="2100" u="none" cap="none" strike="noStrike">
                <a:solidFill>
                  <a:srgbClr val="FF2733"/>
                </a:solidFill>
                <a:latin typeface="Malgun Gothic"/>
                <a:ea typeface="Malgun Gothic"/>
                <a:cs typeface="Malgun Gothic"/>
                <a:sym typeface="Malgun Gothic"/>
              </a:rPr>
              <a:t> 락</a:t>
            </a:r>
            <a:endParaRPr i="0" sz="21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63" name="Google Shape;363;g3f9c682d955_30_0"/>
          <p:cNvSpPr/>
          <p:nvPr/>
        </p:nvSpPr>
        <p:spPr>
          <a:xfrm>
            <a:off x="850415" y="883245"/>
            <a:ext cx="8595600" cy="60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ahmlet"/>
              <a:buNone/>
            </a:pPr>
            <a:r>
              <a:rPr b="1" i="0" lang="en-US" sz="3200" u="none" cap="none" strike="noStrike">
                <a:solidFill>
                  <a:srgbClr val="F3E6E6"/>
                </a:solidFill>
                <a:latin typeface="Hahmlet"/>
                <a:ea typeface="Hahmlet"/>
                <a:cs typeface="Hahmlet"/>
                <a:sym typeface="Hahmlet"/>
              </a:rPr>
              <a:t>한 판이 남기는 것</a:t>
            </a:r>
            <a:endParaRPr i="0" sz="3200" u="none" cap="none" strike="noStrike">
              <a:solidFill>
                <a:srgbClr val="F3E6E6"/>
              </a:solidFill>
              <a:latin typeface="Hahmlet"/>
              <a:ea typeface="Hahmlet"/>
              <a:cs typeface="Hahmlet"/>
              <a:sym typeface="Hahmlet"/>
            </a:endParaRPr>
          </a:p>
        </p:txBody>
      </p:sp>
      <p:sp>
        <p:nvSpPr>
          <p:cNvPr id="364" name="Google Shape;364;g3f9c682d955_30_0"/>
          <p:cNvSpPr/>
          <p:nvPr/>
        </p:nvSpPr>
        <p:spPr>
          <a:xfrm>
            <a:off x="850415" y="2085237"/>
            <a:ext cx="104913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75757"/>
              </a:buClr>
              <a:buSzPts val="1800"/>
              <a:buFont typeface="Hahmlet"/>
              <a:buNone/>
            </a:pPr>
            <a:r>
              <a:rPr b="1" i="0" lang="en-US" sz="21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자가개선의 재료는 게임이 스스로 만들어냅니다</a:t>
            </a:r>
            <a:endParaRPr b="1" i="0" sz="21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65" name="Google Shape;365;g3f9c682d955_30_0"/>
          <p:cNvSpPr/>
          <p:nvPr/>
        </p:nvSpPr>
        <p:spPr>
          <a:xfrm>
            <a:off x="850415" y="2560320"/>
            <a:ext cx="5852400" cy="31455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66" name="Google Shape;366;g3f9c682d955_30_0"/>
          <p:cNvSpPr/>
          <p:nvPr/>
        </p:nvSpPr>
        <p:spPr>
          <a:xfrm>
            <a:off x="1179607" y="2761488"/>
            <a:ext cx="52122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21620"/>
              </a:buClr>
              <a:buSzPts val="2100"/>
              <a:buFont typeface="Hahmlet"/>
              <a:buNone/>
            </a:pPr>
            <a:r>
              <a:rPr b="1" i="0" lang="en-US" sz="2100" u="none" cap="none" strike="noStrike">
                <a:solidFill>
                  <a:srgbClr val="C21620"/>
                </a:solidFill>
                <a:latin typeface="Malgun Gothic"/>
                <a:ea typeface="Malgun Gothic"/>
                <a:cs typeface="Malgun Gothic"/>
                <a:sym typeface="Malgun Gothic"/>
              </a:rPr>
              <a:t>한 판 = 네 개의 표</a:t>
            </a:r>
            <a:endParaRPr i="0" sz="21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67" name="Google Shape;367;g3f9c682d955_30_0"/>
          <p:cNvSpPr/>
          <p:nvPr/>
        </p:nvSpPr>
        <p:spPr>
          <a:xfrm>
            <a:off x="1179607" y="3346704"/>
            <a:ext cx="19203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Consolas"/>
              <a:buNone/>
            </a:pPr>
            <a:r>
              <a:rPr b="1" i="0" lang="en-US" sz="1800" u="none" cap="none" strike="noStrike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games</a:t>
            </a:r>
            <a:endParaRPr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68" name="Google Shape;368;g3f9c682d955_30_0"/>
          <p:cNvSpPr/>
          <p:nvPr/>
        </p:nvSpPr>
        <p:spPr>
          <a:xfrm>
            <a:off x="3227918" y="3364992"/>
            <a:ext cx="32919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75757"/>
              </a:buClr>
              <a:buSzPts val="1500"/>
              <a:buFont typeface="Hahmlet"/>
              <a:buNone/>
            </a:pPr>
            <a:r>
              <a:rPr lang="en-US" sz="1800">
                <a:solidFill>
                  <a:srgbClr val="575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게임</a:t>
            </a:r>
            <a:r>
              <a:rPr i="0" lang="en-US" sz="1800" u="none" cap="none" strike="noStrike">
                <a:solidFill>
                  <a:srgbClr val="575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 결과 · 적발</a:t>
            </a:r>
            <a:r>
              <a:rPr lang="en-US" sz="1800">
                <a:solidFill>
                  <a:srgbClr val="575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한</a:t>
            </a:r>
            <a:r>
              <a:rPr i="0" lang="en-US" sz="1800" u="none" cap="none" strike="noStrike">
                <a:solidFill>
                  <a:srgbClr val="575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 사람 수</a:t>
            </a:r>
            <a:endParaRPr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69" name="Google Shape;369;g3f9c682d955_30_0"/>
          <p:cNvSpPr/>
          <p:nvPr/>
        </p:nvSpPr>
        <p:spPr>
          <a:xfrm>
            <a:off x="1179607" y="3895344"/>
            <a:ext cx="19203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Consolas"/>
              <a:buNone/>
            </a:pPr>
            <a:r>
              <a:rPr b="1" i="0" lang="en-US" sz="1800" u="none" cap="none" strike="noStrike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game_messages</a:t>
            </a:r>
            <a:endParaRPr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70" name="Google Shape;370;g3f9c682d955_30_0"/>
          <p:cNvSpPr/>
          <p:nvPr/>
        </p:nvSpPr>
        <p:spPr>
          <a:xfrm>
            <a:off x="3227918" y="3913632"/>
            <a:ext cx="32919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75757"/>
              </a:buClr>
              <a:buSzPts val="1500"/>
              <a:buFont typeface="Hahmlet"/>
              <a:buNone/>
            </a:pPr>
            <a:r>
              <a:rPr i="0" lang="en-US" sz="1800" u="none" cap="none" strike="noStrike">
                <a:solidFill>
                  <a:srgbClr val="575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발언 전량 — 누가 언제 무엇을</a:t>
            </a:r>
            <a:endParaRPr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71" name="Google Shape;371;g3f9c682d955_30_0"/>
          <p:cNvSpPr/>
          <p:nvPr/>
        </p:nvSpPr>
        <p:spPr>
          <a:xfrm>
            <a:off x="1179607" y="4443984"/>
            <a:ext cx="19203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Consolas"/>
              <a:buNone/>
            </a:pPr>
            <a:r>
              <a:rPr b="1" i="0" lang="en-US" sz="1800" u="none" cap="none" strike="noStrike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game_votes</a:t>
            </a:r>
            <a:endParaRPr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72" name="Google Shape;372;g3f9c682d955_30_0"/>
          <p:cNvSpPr/>
          <p:nvPr/>
        </p:nvSpPr>
        <p:spPr>
          <a:xfrm>
            <a:off x="3227918" y="4462272"/>
            <a:ext cx="32919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75757"/>
              </a:buClr>
              <a:buSzPts val="1500"/>
              <a:buFont typeface="Hahmlet"/>
              <a:buNone/>
            </a:pPr>
            <a:r>
              <a:rPr i="0" lang="en-US" sz="1800" u="none" cap="none" strike="noStrike">
                <a:solidFill>
                  <a:srgbClr val="575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투표 전량 — 라이어 · 봇 지목</a:t>
            </a:r>
            <a:endParaRPr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73" name="Google Shape;373;g3f9c682d955_30_0"/>
          <p:cNvSpPr/>
          <p:nvPr/>
        </p:nvSpPr>
        <p:spPr>
          <a:xfrm>
            <a:off x="1179607" y="4992624"/>
            <a:ext cx="19203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Consolas"/>
              <a:buNone/>
            </a:pPr>
            <a:r>
              <a:rPr b="1" i="0" lang="en-US" sz="1800" u="none" cap="none" strike="noStrike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survey_responses</a:t>
            </a:r>
            <a:endParaRPr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74" name="Google Shape;374;g3f9c682d955_30_0"/>
          <p:cNvSpPr/>
          <p:nvPr/>
        </p:nvSpPr>
        <p:spPr>
          <a:xfrm>
            <a:off x="3227918" y="5010912"/>
            <a:ext cx="32919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75757"/>
              </a:buClr>
              <a:buSzPts val="1500"/>
              <a:buFont typeface="Hahmlet"/>
              <a:buNone/>
            </a:pPr>
            <a:r>
              <a:rPr lang="en-US" sz="1800">
                <a:solidFill>
                  <a:srgbClr val="575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어느 발언이 · </a:t>
            </a:r>
            <a:r>
              <a:rPr i="0" lang="en-US" sz="1800" u="none" cap="none" strike="noStrike">
                <a:solidFill>
                  <a:srgbClr val="575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왜 봇 같았나</a:t>
            </a:r>
            <a:endParaRPr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75" name="Google Shape;375;g3f9c682d955_30_0"/>
          <p:cNvSpPr/>
          <p:nvPr/>
        </p:nvSpPr>
        <p:spPr>
          <a:xfrm>
            <a:off x="7022779" y="2560320"/>
            <a:ext cx="4316100" cy="3145500"/>
          </a:xfrm>
          <a:prstGeom prst="rect">
            <a:avLst/>
          </a:prstGeom>
          <a:solidFill>
            <a:srgbClr val="1F0A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76" name="Google Shape;376;g3f9c682d955_30_0"/>
          <p:cNvSpPr/>
          <p:nvPr/>
        </p:nvSpPr>
        <p:spPr>
          <a:xfrm>
            <a:off x="7351972" y="2761488"/>
            <a:ext cx="36576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2733"/>
              </a:buClr>
              <a:buSzPts val="2100"/>
              <a:buFont typeface="Hahmlet"/>
              <a:buNone/>
            </a:pPr>
            <a:r>
              <a:rPr b="1" i="0" lang="en-US" sz="2100" u="none" cap="none" strike="noStrike">
                <a:solidFill>
                  <a:srgbClr val="FF2733"/>
                </a:solidFill>
                <a:latin typeface="Malgun Gothic"/>
                <a:ea typeface="Malgun Gothic"/>
                <a:cs typeface="Malgun Gothic"/>
                <a:sym typeface="Malgun Gothic"/>
              </a:rPr>
              <a:t>가장 중요한 한 칸</a:t>
            </a:r>
            <a:endParaRPr i="0" sz="2100" u="none" cap="none" strike="noStrike">
              <a:solidFill>
                <a:srgbClr val="FF2733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77" name="Google Shape;377;g3f9c682d955_30_0"/>
          <p:cNvSpPr/>
          <p:nvPr/>
        </p:nvSpPr>
        <p:spPr>
          <a:xfrm>
            <a:off x="7351972" y="3255264"/>
            <a:ext cx="36576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6666"/>
              </a:lnSpc>
              <a:spcBef>
                <a:spcPts val="0"/>
              </a:spcBef>
              <a:spcAft>
                <a:spcPts val="0"/>
              </a:spcAft>
              <a:buClr>
                <a:srgbClr val="F3E6E6"/>
              </a:buClr>
              <a:buSzPts val="1500"/>
              <a:buFont typeface="Hahmlet"/>
              <a:buNone/>
            </a:pPr>
            <a:r>
              <a:rPr lang="en-US"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어느 발언으로 봇을 판단했는지</a:t>
            </a:r>
            <a:br>
              <a:rPr lang="en-US"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i="0" lang="en-US" sz="18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설문에서 고</a:t>
            </a:r>
            <a:r>
              <a:rPr lang="en-US"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릅</a:t>
            </a:r>
            <a:r>
              <a:rPr i="0" lang="en-US" sz="18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니다.</a:t>
            </a:r>
            <a:endParaRPr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78" name="Google Shape;378;g3f9c682d955_30_0"/>
          <p:cNvSpPr/>
          <p:nvPr/>
        </p:nvSpPr>
        <p:spPr>
          <a:xfrm>
            <a:off x="7351972" y="4089876"/>
            <a:ext cx="3657600" cy="9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D3BFC0"/>
              </a:buClr>
              <a:buSzPts val="1200"/>
              <a:buFont typeface="Consolas"/>
              <a:buNone/>
            </a:pPr>
            <a:r>
              <a:rPr i="0" lang="en-US" sz="1500" u="none" cap="none" strike="noStrike">
                <a:solidFill>
                  <a:srgbClr val="D3BFC0"/>
                </a:solidFill>
                <a:latin typeface="Malgun Gothic"/>
                <a:ea typeface="Malgun Gothic"/>
                <a:cs typeface="Malgun Gothic"/>
                <a:sym typeface="Malgun Gothic"/>
              </a:rPr>
              <a:t>survey_responses</a:t>
            </a:r>
            <a:endParaRPr i="0" sz="15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3E6E6"/>
              </a:buClr>
              <a:buSzPts val="1200"/>
              <a:buFont typeface="Consolas"/>
              <a:buNone/>
            </a:pPr>
            <a:r>
              <a:rPr i="0" lang="en-US" sz="1500" u="none" cap="none" strike="noStrike">
                <a:solidFill>
                  <a:srgbClr val="F3E6E6"/>
                </a:solidFill>
                <a:latin typeface="Malgun Gothic"/>
                <a:ea typeface="Malgun Gothic"/>
                <a:cs typeface="Malgun Gothic"/>
                <a:sym typeface="Malgun Gothic"/>
              </a:rPr>
              <a:t>  .picked_message_runtime_id</a:t>
            </a:r>
            <a:endParaRPr i="0" sz="15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2733"/>
              </a:buClr>
              <a:buSzPts val="1200"/>
              <a:buFont typeface="Consolas"/>
              <a:buNone/>
            </a:pPr>
            <a:r>
              <a:rPr b="1" i="0" lang="en-US" sz="1500" u="none" cap="none" strike="noStrike">
                <a:solidFill>
                  <a:srgbClr val="FF2733"/>
                </a:solidFill>
                <a:latin typeface="Malgun Gothic"/>
                <a:ea typeface="Malgun Gothic"/>
                <a:cs typeface="Malgun Gothic"/>
                <a:sym typeface="Malgun Gothic"/>
              </a:rPr>
              <a:t>              ↕</a:t>
            </a:r>
            <a:endParaRPr i="0" sz="15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3E6E6"/>
              </a:buClr>
              <a:buSzPts val="1200"/>
              <a:buFont typeface="Consolas"/>
              <a:buNone/>
            </a:pPr>
            <a:r>
              <a:rPr i="0" lang="en-US" sz="1500" u="none" cap="none" strike="noStrike">
                <a:solidFill>
                  <a:srgbClr val="F3E6E6"/>
                </a:solidFill>
                <a:latin typeface="Malgun Gothic"/>
                <a:ea typeface="Malgun Gothic"/>
                <a:cs typeface="Malgun Gothic"/>
                <a:sym typeface="Malgun Gothic"/>
              </a:rPr>
              <a:t>game_messages.runtime_id</a:t>
            </a:r>
            <a:endParaRPr i="0" sz="15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79" name="Google Shape;379;g3f9c682d955_30_0"/>
          <p:cNvSpPr/>
          <p:nvPr/>
        </p:nvSpPr>
        <p:spPr>
          <a:xfrm>
            <a:off x="7351972" y="5247846"/>
            <a:ext cx="36576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2733"/>
              </a:buClr>
              <a:buSzPts val="1500"/>
              <a:buFont typeface="Hahmlet"/>
              <a:buNone/>
            </a:pPr>
            <a:r>
              <a:rPr b="1" i="0" lang="en-US" sz="1800" u="none" cap="none" strike="noStrike">
                <a:solidFill>
                  <a:srgbClr val="FF2733"/>
                </a:solidFill>
                <a:latin typeface="Malgun Gothic"/>
                <a:ea typeface="Malgun Gothic"/>
                <a:cs typeface="Malgun Gothic"/>
                <a:sym typeface="Malgun Gothic"/>
              </a:rPr>
              <a:t>사람이 “어디서” 를 찍어준 좌표</a:t>
            </a:r>
            <a:endParaRPr i="0" sz="1800" u="none" cap="none" strike="noStrike">
              <a:solidFill>
                <a:srgbClr val="FF2733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80" name="Google Shape;380;g3f9c682d955_30_0"/>
          <p:cNvSpPr/>
          <p:nvPr/>
        </p:nvSpPr>
        <p:spPr>
          <a:xfrm>
            <a:off x="850415" y="5961888"/>
            <a:ext cx="10491300" cy="32100"/>
          </a:xfrm>
          <a:prstGeom prst="rect">
            <a:avLst/>
          </a:prstGeom>
          <a:solidFill>
            <a:srgbClr val="C2162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81" name="Google Shape;381;g3f9c682d955_30_0"/>
          <p:cNvSpPr/>
          <p:nvPr/>
        </p:nvSpPr>
        <p:spPr>
          <a:xfrm>
            <a:off x="850415" y="6099048"/>
            <a:ext cx="104913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100"/>
              <a:buFont typeface="Hahmlet"/>
              <a:buNone/>
            </a:pPr>
            <a:r>
              <a:rPr b="1" i="0" lang="en-US" sz="2100" u="none" cap="none" strike="noStrike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판이 쌓일수록, 어디를 고쳐야 하는지도 함께 쌓입니다.</a:t>
            </a:r>
            <a:endParaRPr i="0" sz="21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g3f9c682d955_30_27"/>
          <p:cNvSpPr/>
          <p:nvPr/>
        </p:nvSpPr>
        <p:spPr>
          <a:xfrm>
            <a:off x="0" y="0"/>
            <a:ext cx="12192000" cy="1755600"/>
          </a:xfrm>
          <a:prstGeom prst="rect">
            <a:avLst/>
          </a:prstGeom>
          <a:solidFill>
            <a:srgbClr val="16060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8" name="Google Shape;388;g3f9c682d955_30_27"/>
          <p:cNvSpPr/>
          <p:nvPr/>
        </p:nvSpPr>
        <p:spPr>
          <a:xfrm>
            <a:off x="0" y="1755648"/>
            <a:ext cx="12192000" cy="32100"/>
          </a:xfrm>
          <a:prstGeom prst="rect">
            <a:avLst/>
          </a:prstGeom>
          <a:solidFill>
            <a:srgbClr val="FF27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9" name="Google Shape;389;g3f9c682d955_30_27"/>
          <p:cNvSpPr/>
          <p:nvPr/>
        </p:nvSpPr>
        <p:spPr>
          <a:xfrm>
            <a:off x="850415" y="2085237"/>
            <a:ext cx="104913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75757"/>
              </a:buClr>
              <a:buSzPts val="1800"/>
              <a:buFont typeface="Hahmlet"/>
              <a:buNone/>
            </a:pPr>
            <a:r>
              <a:rPr b="1" i="0" lang="en-US" sz="21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세 가지를 검토했고, 셋 다 뺐습니다</a:t>
            </a:r>
            <a:endParaRPr b="1" i="0" sz="21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90" name="Google Shape;390;g3f9c682d955_30_27"/>
          <p:cNvSpPr/>
          <p:nvPr/>
        </p:nvSpPr>
        <p:spPr>
          <a:xfrm>
            <a:off x="850415" y="2560320"/>
            <a:ext cx="3283500" cy="30174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91" name="Google Shape;391;g3f9c682d955_30_27"/>
          <p:cNvSpPr/>
          <p:nvPr/>
        </p:nvSpPr>
        <p:spPr>
          <a:xfrm>
            <a:off x="3219543" y="2788979"/>
            <a:ext cx="741300" cy="329100"/>
          </a:xfrm>
          <a:prstGeom prst="roundRect">
            <a:avLst>
              <a:gd fmla="val 15625" name="adj"/>
            </a:avLst>
          </a:prstGeom>
          <a:solidFill>
            <a:srgbClr val="C2162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기각</a:t>
            </a:r>
            <a:endParaRPr b="1"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92" name="Google Shape;392;g3f9c682d955_30_27"/>
          <p:cNvSpPr/>
          <p:nvPr/>
        </p:nvSpPr>
        <p:spPr>
          <a:xfrm>
            <a:off x="1161319" y="2780211"/>
            <a:ext cx="19119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100"/>
              <a:buFont typeface="Hahmlet"/>
              <a:buNone/>
            </a:pPr>
            <a:r>
              <a:rPr b="1" i="0" lang="en-US" sz="2100" u="none" cap="none" strike="noStrike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관전자 LLM</a:t>
            </a:r>
            <a:endParaRPr i="0" sz="21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93" name="Google Shape;393;g3f9c682d955_30_27"/>
          <p:cNvSpPr/>
          <p:nvPr/>
        </p:nvSpPr>
        <p:spPr>
          <a:xfrm>
            <a:off x="1161319" y="3419856"/>
            <a:ext cx="2661900" cy="9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75757"/>
              </a:buClr>
              <a:buSzPts val="1500"/>
              <a:buFont typeface="Hahmlet"/>
              <a:buNone/>
            </a:pPr>
            <a:r>
              <a:rPr b="1" lang="en-US" sz="1800">
                <a:solidFill>
                  <a:srgbClr val="575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·</a:t>
            </a:r>
            <a:r>
              <a:rPr lang="en-US" sz="1800">
                <a:solidFill>
                  <a:srgbClr val="575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i="0" lang="en-US" sz="1800" u="none" cap="none" strike="noStrike">
                <a:solidFill>
                  <a:srgbClr val="575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판마다 별도 모델이</a:t>
            </a:r>
            <a:endParaRPr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75757"/>
              </a:buClr>
              <a:buSzPts val="1500"/>
              <a:buFont typeface="Hahmlet"/>
              <a:buNone/>
            </a:pPr>
            <a:r>
              <a:rPr lang="en-US" sz="1800">
                <a:solidFill>
                  <a:srgbClr val="575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  </a:t>
            </a:r>
            <a:r>
              <a:rPr i="0" lang="en-US" sz="1800" u="none" cap="none" strike="noStrike">
                <a:solidFill>
                  <a:srgbClr val="575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발언을 채점해 적재한다</a:t>
            </a:r>
            <a:endParaRPr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75757"/>
              </a:buClr>
              <a:buSzPts val="1500"/>
              <a:buFont typeface="Hahmlet"/>
              <a:buNone/>
            </a:pPr>
            <a:r>
              <a:rPr b="1" lang="en-US" sz="1800">
                <a:solidFill>
                  <a:srgbClr val="575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·</a:t>
            </a:r>
            <a:r>
              <a:rPr lang="en-US" sz="1800">
                <a:solidFill>
                  <a:srgbClr val="575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i="0" lang="en-US" sz="1800" u="none" cap="none" strike="noStrike">
                <a:solidFill>
                  <a:srgbClr val="575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기획</a:t>
            </a:r>
            <a:r>
              <a:rPr lang="en-US" sz="1800">
                <a:solidFill>
                  <a:srgbClr val="575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서 제시안</a:t>
            </a:r>
            <a:endParaRPr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94" name="Google Shape;394;g3f9c682d955_30_27"/>
          <p:cNvSpPr/>
          <p:nvPr/>
        </p:nvSpPr>
        <p:spPr>
          <a:xfrm>
            <a:off x="1161319" y="4535424"/>
            <a:ext cx="2661900" cy="11100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95" name="Google Shape;395;g3f9c682d955_30_27"/>
          <p:cNvSpPr/>
          <p:nvPr/>
        </p:nvSpPr>
        <p:spPr>
          <a:xfrm>
            <a:off x="1161319" y="4681728"/>
            <a:ext cx="2661900" cy="67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6666"/>
              </a:lnSpc>
              <a:spcBef>
                <a:spcPts val="0"/>
              </a:spcBef>
              <a:spcAft>
                <a:spcPts val="0"/>
              </a:spcAft>
              <a:buClr>
                <a:srgbClr val="C21620"/>
              </a:buClr>
              <a:buSzPts val="1500"/>
              <a:buFont typeface="Hahmlet"/>
              <a:buNone/>
            </a:pPr>
            <a:r>
              <a:rPr b="1" i="0" lang="en-US" sz="1800" u="none" cap="none" strike="noStrike">
                <a:solidFill>
                  <a:srgbClr val="C21620"/>
                </a:solidFill>
                <a:latin typeface="Malgun Gothic"/>
                <a:ea typeface="Malgun Gothic"/>
                <a:cs typeface="Malgun Gothic"/>
                <a:sym typeface="Malgun Gothic"/>
              </a:rPr>
              <a:t>채점자를 검증할</a:t>
            </a:r>
            <a:endParaRPr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46666"/>
              </a:lnSpc>
              <a:spcBef>
                <a:spcPts val="0"/>
              </a:spcBef>
              <a:spcAft>
                <a:spcPts val="0"/>
              </a:spcAft>
              <a:buClr>
                <a:srgbClr val="C21620"/>
              </a:buClr>
              <a:buSzPts val="1500"/>
              <a:buFont typeface="Hahmlet"/>
              <a:buNone/>
            </a:pPr>
            <a:r>
              <a:rPr b="1" i="0" lang="en-US" sz="1800" u="none" cap="none" strike="noStrike">
                <a:solidFill>
                  <a:srgbClr val="C21620"/>
                </a:solidFill>
                <a:latin typeface="Malgun Gothic"/>
                <a:ea typeface="Malgun Gothic"/>
                <a:cs typeface="Malgun Gothic"/>
                <a:sym typeface="Malgun Gothic"/>
              </a:rPr>
              <a:t>수단이 없다</a:t>
            </a:r>
            <a:endParaRPr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96" name="Google Shape;396;g3f9c682d955_30_27"/>
          <p:cNvSpPr/>
          <p:nvPr/>
        </p:nvSpPr>
        <p:spPr>
          <a:xfrm>
            <a:off x="4454161" y="2560320"/>
            <a:ext cx="3283500" cy="30174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97" name="Google Shape;397;g3f9c682d955_30_27"/>
          <p:cNvSpPr/>
          <p:nvPr/>
        </p:nvSpPr>
        <p:spPr>
          <a:xfrm>
            <a:off x="4765065" y="2780211"/>
            <a:ext cx="19119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100"/>
              <a:buFont typeface="Hahmlet"/>
              <a:buNone/>
            </a:pPr>
            <a:r>
              <a:rPr b="1" i="0" lang="en-US" sz="2100" u="none" cap="none" strike="noStrike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설문 자동 주입</a:t>
            </a:r>
            <a:endParaRPr i="0" sz="21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98" name="Google Shape;398;g3f9c682d955_30_27"/>
          <p:cNvSpPr/>
          <p:nvPr/>
        </p:nvSpPr>
        <p:spPr>
          <a:xfrm>
            <a:off x="4765065" y="3419856"/>
            <a:ext cx="2661900" cy="9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75757"/>
              </a:buClr>
              <a:buSzPts val="1500"/>
              <a:buFont typeface="Hahmlet"/>
              <a:buNone/>
            </a:pPr>
            <a:r>
              <a:rPr b="1" lang="en-US" sz="1800">
                <a:solidFill>
                  <a:srgbClr val="575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·</a:t>
            </a:r>
            <a:r>
              <a:rPr lang="en-US" sz="1800">
                <a:solidFill>
                  <a:srgbClr val="575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i="0" lang="en-US" sz="1800" u="none" cap="none" strike="noStrike">
                <a:solidFill>
                  <a:srgbClr val="575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응답을 봇 프롬프트에</a:t>
            </a:r>
            <a:endParaRPr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75757"/>
              </a:buClr>
              <a:buSzPts val="1500"/>
              <a:buFont typeface="Hahmlet"/>
              <a:buNone/>
            </a:pPr>
            <a:r>
              <a:rPr lang="en-US" sz="1800">
                <a:solidFill>
                  <a:srgbClr val="575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  </a:t>
            </a:r>
            <a:r>
              <a:rPr i="0" lang="en-US" sz="1800" u="none" cap="none" strike="noStrike">
                <a:solidFill>
                  <a:srgbClr val="575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그대로 반영한다</a:t>
            </a:r>
            <a:endParaRPr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75757"/>
              </a:buClr>
              <a:buSzPts val="1500"/>
              <a:buFont typeface="Hahmlet"/>
              <a:buNone/>
            </a:pPr>
            <a:r>
              <a:rPr b="1" lang="en-US" sz="1800">
                <a:solidFill>
                  <a:srgbClr val="575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·</a:t>
            </a:r>
            <a:r>
              <a:rPr lang="en-US" sz="1800">
                <a:solidFill>
                  <a:srgbClr val="575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i="0" lang="en-US" sz="1800" u="none" cap="none" strike="noStrike">
                <a:solidFill>
                  <a:srgbClr val="575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구현까지 갔던 안</a:t>
            </a:r>
            <a:endParaRPr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99" name="Google Shape;399;g3f9c682d955_30_27"/>
          <p:cNvSpPr/>
          <p:nvPr/>
        </p:nvSpPr>
        <p:spPr>
          <a:xfrm>
            <a:off x="4765065" y="4535424"/>
            <a:ext cx="2661900" cy="11100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00" name="Google Shape;400;g3f9c682d955_30_27"/>
          <p:cNvSpPr/>
          <p:nvPr/>
        </p:nvSpPr>
        <p:spPr>
          <a:xfrm>
            <a:off x="4765065" y="4681728"/>
            <a:ext cx="2661900" cy="67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6666"/>
              </a:lnSpc>
              <a:spcBef>
                <a:spcPts val="0"/>
              </a:spcBef>
              <a:spcAft>
                <a:spcPts val="0"/>
              </a:spcAft>
              <a:buClr>
                <a:srgbClr val="C21620"/>
              </a:buClr>
              <a:buSzPts val="1500"/>
              <a:buFont typeface="Hahmlet"/>
              <a:buNone/>
            </a:pPr>
            <a:r>
              <a:rPr b="1" i="0" lang="en-US" sz="1800" u="none" cap="none" strike="noStrike">
                <a:solidFill>
                  <a:srgbClr val="C21620"/>
                </a:solidFill>
                <a:latin typeface="Malgun Gothic"/>
                <a:ea typeface="Malgun Gothic"/>
                <a:cs typeface="Malgun Gothic"/>
                <a:sym typeface="Malgun Gothic"/>
              </a:rPr>
              <a:t>사람 검토 없이</a:t>
            </a:r>
            <a:endParaRPr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46666"/>
              </a:lnSpc>
              <a:spcBef>
                <a:spcPts val="0"/>
              </a:spcBef>
              <a:spcAft>
                <a:spcPts val="0"/>
              </a:spcAft>
              <a:buClr>
                <a:srgbClr val="C21620"/>
              </a:buClr>
              <a:buSzPts val="1500"/>
              <a:buFont typeface="Hahmlet"/>
              <a:buNone/>
            </a:pPr>
            <a:r>
              <a:rPr b="1" i="0" lang="en-US" sz="1800" u="none" cap="none" strike="noStrike">
                <a:solidFill>
                  <a:srgbClr val="C21620"/>
                </a:solidFill>
                <a:latin typeface="Malgun Gothic"/>
                <a:ea typeface="Malgun Gothic"/>
                <a:cs typeface="Malgun Gothic"/>
                <a:sym typeface="Malgun Gothic"/>
              </a:rPr>
              <a:t>프롬프트가 바뀐다</a:t>
            </a:r>
            <a:endParaRPr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01" name="Google Shape;401;g3f9c682d955_30_27"/>
          <p:cNvSpPr/>
          <p:nvPr/>
        </p:nvSpPr>
        <p:spPr>
          <a:xfrm>
            <a:off x="8057908" y="2560320"/>
            <a:ext cx="3283500" cy="30174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02" name="Google Shape;402;g3f9c682d955_30_27"/>
          <p:cNvSpPr/>
          <p:nvPr/>
        </p:nvSpPr>
        <p:spPr>
          <a:xfrm>
            <a:off x="8368812" y="2780211"/>
            <a:ext cx="19119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100"/>
              <a:buFont typeface="Hahmlet"/>
              <a:buNone/>
            </a:pPr>
            <a:r>
              <a:rPr b="1" i="0" lang="en-US" sz="2100" u="none" cap="none" strike="noStrike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수동 회귀</a:t>
            </a:r>
            <a:endParaRPr i="0" sz="21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03" name="Google Shape;403;g3f9c682d955_30_27"/>
          <p:cNvSpPr/>
          <p:nvPr/>
        </p:nvSpPr>
        <p:spPr>
          <a:xfrm>
            <a:off x="8368812" y="3419856"/>
            <a:ext cx="2661900" cy="9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75757"/>
              </a:buClr>
              <a:buSzPts val="1500"/>
              <a:buFont typeface="Hahmlet"/>
              <a:buNone/>
            </a:pPr>
            <a:r>
              <a:rPr b="1" lang="en-US" sz="1800">
                <a:solidFill>
                  <a:srgbClr val="575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·</a:t>
            </a:r>
            <a:r>
              <a:rPr lang="en-US" sz="1800">
                <a:solidFill>
                  <a:srgbClr val="575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i="0" lang="en-US" sz="1800" u="none" cap="none" strike="noStrike">
                <a:solidFill>
                  <a:srgbClr val="575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로그를 직접 읽고</a:t>
            </a:r>
            <a:endParaRPr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75757"/>
              </a:buClr>
              <a:buSzPts val="1500"/>
              <a:buFont typeface="Hahmlet"/>
              <a:buNone/>
            </a:pPr>
            <a:r>
              <a:rPr lang="en-US" sz="1800">
                <a:solidFill>
                  <a:srgbClr val="575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  </a:t>
            </a:r>
            <a:r>
              <a:rPr i="0" lang="en-US" sz="1800" u="none" cap="none" strike="noStrike">
                <a:solidFill>
                  <a:srgbClr val="575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어색한 지점을 고친다</a:t>
            </a:r>
            <a:endParaRPr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75757"/>
              </a:buClr>
              <a:buSzPts val="1500"/>
              <a:buFont typeface="Hahmlet"/>
              <a:buNone/>
            </a:pPr>
            <a:r>
              <a:rPr b="1" lang="en-US" sz="1800">
                <a:solidFill>
                  <a:srgbClr val="575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·</a:t>
            </a:r>
            <a:r>
              <a:rPr lang="en-US" sz="1800">
                <a:solidFill>
                  <a:srgbClr val="575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i="0" lang="en-US" sz="1800" u="none" cap="none" strike="noStrike">
                <a:solidFill>
                  <a:srgbClr val="575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지금까지의 방식</a:t>
            </a:r>
            <a:endParaRPr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04" name="Google Shape;404;g3f9c682d955_30_27"/>
          <p:cNvSpPr/>
          <p:nvPr/>
        </p:nvSpPr>
        <p:spPr>
          <a:xfrm>
            <a:off x="8368812" y="4535424"/>
            <a:ext cx="2661900" cy="11100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05" name="Google Shape;405;g3f9c682d955_30_27"/>
          <p:cNvSpPr/>
          <p:nvPr/>
        </p:nvSpPr>
        <p:spPr>
          <a:xfrm>
            <a:off x="8368812" y="4681728"/>
            <a:ext cx="2661900" cy="67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6666"/>
              </a:lnSpc>
              <a:spcBef>
                <a:spcPts val="0"/>
              </a:spcBef>
              <a:spcAft>
                <a:spcPts val="0"/>
              </a:spcAft>
              <a:buClr>
                <a:srgbClr val="C21620"/>
              </a:buClr>
              <a:buSzPts val="1500"/>
              <a:buFont typeface="Hahmlet"/>
              <a:buNone/>
            </a:pPr>
            <a:r>
              <a:rPr b="1" i="0" lang="en-US" sz="1800" u="none" cap="none" strike="noStrike">
                <a:solidFill>
                  <a:srgbClr val="C21620"/>
                </a:solidFill>
                <a:latin typeface="Malgun Gothic"/>
                <a:ea typeface="Malgun Gothic"/>
                <a:cs typeface="Malgun Gothic"/>
                <a:sym typeface="Malgun Gothic"/>
              </a:rPr>
              <a:t>판당 발언 40여 개</a:t>
            </a:r>
            <a:endParaRPr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46666"/>
              </a:lnSpc>
              <a:spcBef>
                <a:spcPts val="0"/>
              </a:spcBef>
              <a:spcAft>
                <a:spcPts val="0"/>
              </a:spcAft>
              <a:buClr>
                <a:srgbClr val="C21620"/>
              </a:buClr>
              <a:buSzPts val="1500"/>
              <a:buFont typeface="Hahmlet"/>
              <a:buNone/>
            </a:pPr>
            <a:r>
              <a:rPr b="1" i="0" lang="en-US" sz="1800" u="none" cap="none" strike="noStrike">
                <a:solidFill>
                  <a:srgbClr val="C21620"/>
                </a:solidFill>
                <a:latin typeface="Malgun Gothic"/>
                <a:ea typeface="Malgun Gothic"/>
                <a:cs typeface="Malgun Gothic"/>
                <a:sym typeface="Malgun Gothic"/>
              </a:rPr>
              <a:t>재현이 안 된다</a:t>
            </a:r>
            <a:endParaRPr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06" name="Google Shape;406;g3f9c682d955_30_27"/>
          <p:cNvSpPr/>
          <p:nvPr/>
        </p:nvSpPr>
        <p:spPr>
          <a:xfrm>
            <a:off x="850415" y="5888736"/>
            <a:ext cx="10491300" cy="32100"/>
          </a:xfrm>
          <a:prstGeom prst="rect">
            <a:avLst/>
          </a:prstGeom>
          <a:solidFill>
            <a:srgbClr val="C2162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07" name="Google Shape;407;g3f9c682d955_30_27"/>
          <p:cNvSpPr/>
          <p:nvPr/>
        </p:nvSpPr>
        <p:spPr>
          <a:xfrm>
            <a:off x="850415" y="6025896"/>
            <a:ext cx="104913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100"/>
              <a:buFont typeface="Hahmlet"/>
              <a:buNone/>
            </a:pPr>
            <a:r>
              <a:rPr b="1" i="0" lang="en-US" sz="2100" u="none" cap="none" strike="noStrike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셋 다 나온 결과를 그냥 믿어야 했습니다.</a:t>
            </a:r>
            <a:endParaRPr i="0" sz="21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08" name="Google Shape;408;g3f9c682d955_30_27"/>
          <p:cNvSpPr/>
          <p:nvPr/>
        </p:nvSpPr>
        <p:spPr>
          <a:xfrm>
            <a:off x="850415" y="441179"/>
            <a:ext cx="54864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FF2733"/>
              </a:buClr>
              <a:buSzPts val="2100"/>
              <a:buFont typeface="Malgun Gothic"/>
              <a:buNone/>
            </a:pPr>
            <a:r>
              <a:rPr b="1" lang="en-US" sz="2100">
                <a:solidFill>
                  <a:srgbClr val="FF2733"/>
                </a:solidFill>
                <a:latin typeface="Malgun Gothic"/>
                <a:ea typeface="Malgun Gothic"/>
                <a:cs typeface="Malgun Gothic"/>
                <a:sym typeface="Malgun Gothic"/>
              </a:rPr>
              <a:t>SECTION 05</a:t>
            </a:r>
            <a:r>
              <a:rPr lang="en-US" sz="21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2100">
                <a:solidFill>
                  <a:srgbClr val="FF2733"/>
                </a:solidFill>
                <a:latin typeface="Malgun Gothic"/>
                <a:ea typeface="Malgun Gothic"/>
                <a:cs typeface="Malgun Gothic"/>
                <a:sym typeface="Malgun Gothic"/>
              </a:rPr>
              <a:t>· </a:t>
            </a:r>
            <a:r>
              <a:rPr b="1" lang="en-US" sz="2100">
                <a:solidFill>
                  <a:srgbClr val="FF2733"/>
                </a:solidFill>
                <a:latin typeface="Malgun Gothic"/>
                <a:ea typeface="Malgun Gothic"/>
                <a:cs typeface="Malgun Gothic"/>
                <a:sym typeface="Malgun Gothic"/>
              </a:rPr>
              <a:t>핵심 코드 리뷰 </a:t>
            </a:r>
            <a:r>
              <a:rPr lang="en-US" sz="2100">
                <a:solidFill>
                  <a:srgbClr val="FF2733"/>
                </a:solidFill>
                <a:latin typeface="Malgun Gothic"/>
                <a:ea typeface="Malgun Gothic"/>
                <a:cs typeface="Malgun Gothic"/>
                <a:sym typeface="Malgun Gothic"/>
              </a:rPr>
              <a:t>·</a:t>
            </a:r>
            <a:r>
              <a:rPr lang="en-US" sz="2100">
                <a:solidFill>
                  <a:srgbClr val="FF2733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b="1" lang="en-US" sz="2100">
                <a:solidFill>
                  <a:srgbClr val="FF2733"/>
                </a:solidFill>
                <a:latin typeface="Malgun Gothic"/>
                <a:ea typeface="Malgun Gothic"/>
                <a:cs typeface="Malgun Gothic"/>
                <a:sym typeface="Malgun Gothic"/>
              </a:rPr>
              <a:t>대</a:t>
            </a:r>
            <a:r>
              <a:rPr b="1" i="0" lang="en-US" sz="2100" u="none" cap="none" strike="noStrike">
                <a:solidFill>
                  <a:srgbClr val="FF2733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b="1" lang="en-US" sz="2100">
                <a:solidFill>
                  <a:srgbClr val="FF2733"/>
                </a:solidFill>
                <a:latin typeface="Malgun Gothic"/>
                <a:ea typeface="Malgun Gothic"/>
                <a:cs typeface="Malgun Gothic"/>
                <a:sym typeface="Malgun Gothic"/>
              </a:rPr>
              <a:t>안</a:t>
            </a:r>
            <a:endParaRPr i="0" sz="21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09" name="Google Shape;409;g3f9c682d955_30_27"/>
          <p:cNvSpPr/>
          <p:nvPr/>
        </p:nvSpPr>
        <p:spPr>
          <a:xfrm>
            <a:off x="850415" y="883245"/>
            <a:ext cx="8595600" cy="60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ahmlet"/>
              <a:buNone/>
            </a:pPr>
            <a:r>
              <a:rPr b="1" lang="en-US" sz="3200">
                <a:solidFill>
                  <a:srgbClr val="F3E6E6"/>
                </a:solidFill>
                <a:latin typeface="Hahmlet"/>
                <a:ea typeface="Hahmlet"/>
                <a:cs typeface="Hahmlet"/>
                <a:sym typeface="Hahmlet"/>
              </a:rPr>
              <a:t>쌓인 걸 어떻게 돌려줄까</a:t>
            </a:r>
            <a:endParaRPr b="0" i="0" sz="3200" u="none" cap="none" strike="noStrike">
              <a:solidFill>
                <a:srgbClr val="F3E6E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g3f9c682d955_30_27"/>
          <p:cNvSpPr/>
          <p:nvPr/>
        </p:nvSpPr>
        <p:spPr>
          <a:xfrm>
            <a:off x="6841818" y="2791371"/>
            <a:ext cx="741300" cy="329100"/>
          </a:xfrm>
          <a:prstGeom prst="roundRect">
            <a:avLst>
              <a:gd fmla="val 15625" name="adj"/>
            </a:avLst>
          </a:prstGeom>
          <a:solidFill>
            <a:srgbClr val="C2162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기각</a:t>
            </a:r>
            <a:endParaRPr b="1"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11" name="Google Shape;411;g3f9c682d955_30_27"/>
          <p:cNvSpPr/>
          <p:nvPr/>
        </p:nvSpPr>
        <p:spPr>
          <a:xfrm>
            <a:off x="10450450" y="2780032"/>
            <a:ext cx="741300" cy="329100"/>
          </a:xfrm>
          <a:prstGeom prst="roundRect">
            <a:avLst>
              <a:gd fmla="val 15625" name="adj"/>
            </a:avLst>
          </a:prstGeom>
          <a:solidFill>
            <a:srgbClr val="C2162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기각</a:t>
            </a:r>
            <a:endParaRPr b="1"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g3f9c682d955_30_60"/>
          <p:cNvSpPr/>
          <p:nvPr/>
        </p:nvSpPr>
        <p:spPr>
          <a:xfrm>
            <a:off x="0" y="0"/>
            <a:ext cx="12192000" cy="1755600"/>
          </a:xfrm>
          <a:prstGeom prst="rect">
            <a:avLst/>
          </a:prstGeom>
          <a:solidFill>
            <a:srgbClr val="16060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" name="Google Shape;418;g3f9c682d955_30_60"/>
          <p:cNvSpPr/>
          <p:nvPr/>
        </p:nvSpPr>
        <p:spPr>
          <a:xfrm>
            <a:off x="0" y="1755648"/>
            <a:ext cx="12192000" cy="32100"/>
          </a:xfrm>
          <a:prstGeom prst="rect">
            <a:avLst/>
          </a:prstGeom>
          <a:solidFill>
            <a:srgbClr val="FF27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9" name="Google Shape;419;g3f9c682d955_30_60"/>
          <p:cNvSpPr/>
          <p:nvPr/>
        </p:nvSpPr>
        <p:spPr>
          <a:xfrm>
            <a:off x="850415" y="1967194"/>
            <a:ext cx="104913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75757"/>
              </a:buClr>
              <a:buSzPts val="1800"/>
              <a:buFont typeface="Hahmlet"/>
              <a:buNone/>
            </a:pPr>
            <a:r>
              <a:rPr i="0" lang="en-US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/self</a:t>
            </a:r>
            <a:r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R</a:t>
            </a:r>
            <a:r>
              <a:rPr i="0" lang="en-US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efine — 판이 다섯 개 쌓이면 여섯 단계가 돕니다</a:t>
            </a:r>
            <a:endParaRPr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20" name="Google Shape;420;g3f9c682d955_30_60"/>
          <p:cNvSpPr/>
          <p:nvPr/>
        </p:nvSpPr>
        <p:spPr>
          <a:xfrm>
            <a:off x="850415" y="2433030"/>
            <a:ext cx="10059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21620"/>
              </a:buClr>
              <a:buSzPts val="1500"/>
              <a:buFont typeface="Hahmlet"/>
              <a:buNone/>
            </a:pPr>
            <a:r>
              <a:rPr b="1" i="0" lang="en-US" sz="1800" u="none" cap="none" strike="noStrike">
                <a:solidFill>
                  <a:srgbClr val="C21620"/>
                </a:solidFill>
                <a:latin typeface="Malgun Gothic"/>
                <a:ea typeface="Malgun Gothic"/>
                <a:cs typeface="Malgun Gothic"/>
                <a:sym typeface="Malgun Gothic"/>
              </a:rPr>
              <a:t>깨우기</a:t>
            </a:r>
            <a:endParaRPr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21" name="Google Shape;421;g3f9c682d955_30_60"/>
          <p:cNvSpPr/>
          <p:nvPr/>
        </p:nvSpPr>
        <p:spPr>
          <a:xfrm>
            <a:off x="1947724" y="2433030"/>
            <a:ext cx="93939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75757"/>
              </a:buClr>
              <a:buSzPts val="1500"/>
              <a:buFont typeface="Hahmlet"/>
              <a:buNone/>
            </a:pPr>
            <a:r>
              <a:rPr i="0" lang="en-US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개발 세션이 응답을 끝낼 때마다 훅이 확인합니다 — 아직 쓰지 않은 판이 다섯 개인가</a:t>
            </a:r>
            <a:endParaRPr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22" name="Google Shape;422;g3f9c682d955_30_60"/>
          <p:cNvSpPr/>
          <p:nvPr/>
        </p:nvSpPr>
        <p:spPr>
          <a:xfrm>
            <a:off x="850415" y="2908663"/>
            <a:ext cx="3240900" cy="12069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23" name="Google Shape;423;g3f9c682d955_30_60"/>
          <p:cNvSpPr/>
          <p:nvPr/>
        </p:nvSpPr>
        <p:spPr>
          <a:xfrm>
            <a:off x="1124742" y="3073255"/>
            <a:ext cx="26922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21620"/>
              </a:buClr>
              <a:buSzPts val="1800"/>
              <a:buFont typeface="Hahmlet"/>
              <a:buNone/>
            </a:pPr>
            <a:r>
              <a:rPr b="1" i="0" lang="en-US" sz="2100" u="none" cap="none" strike="noStrike">
                <a:solidFill>
                  <a:srgbClr val="C21620"/>
                </a:solidFill>
                <a:latin typeface="Malgun Gothic"/>
                <a:ea typeface="Malgun Gothic"/>
                <a:cs typeface="Malgun Gothic"/>
                <a:sym typeface="Malgun Gothic"/>
              </a:rPr>
              <a:t>① 사례</a:t>
            </a:r>
            <a:endParaRPr i="0" sz="21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24" name="Google Shape;424;g3f9c682d955_30_60"/>
          <p:cNvSpPr/>
          <p:nvPr/>
        </p:nvSpPr>
        <p:spPr>
          <a:xfrm>
            <a:off x="1124742" y="3475591"/>
            <a:ext cx="26922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575757"/>
              </a:buClr>
              <a:buSzPts val="1500"/>
              <a:buFont typeface="Hahmlet"/>
              <a:buNone/>
            </a:pPr>
            <a:r>
              <a:rPr i="0" lang="en-US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실패 장면 </a:t>
            </a:r>
            <a:r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확인</a:t>
            </a:r>
            <a:endParaRPr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25" name="Google Shape;425;g3f9c682d955_30_60"/>
          <p:cNvSpPr/>
          <p:nvPr/>
        </p:nvSpPr>
        <p:spPr>
          <a:xfrm>
            <a:off x="4091439" y="2908663"/>
            <a:ext cx="384000" cy="120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21620"/>
              </a:buClr>
              <a:buSzPts val="1800"/>
              <a:buFont typeface="Hahmlet"/>
              <a:buNone/>
            </a:pPr>
            <a:r>
              <a:rPr i="0" lang="en-US" sz="1800" u="none" cap="none" strike="noStrike">
                <a:solidFill>
                  <a:srgbClr val="C21620"/>
                </a:solidFill>
                <a:latin typeface="Malgun Gothic"/>
                <a:ea typeface="Malgun Gothic"/>
                <a:cs typeface="Malgun Gothic"/>
                <a:sym typeface="Malgun Gothic"/>
              </a:rPr>
              <a:t>→</a:t>
            </a:r>
            <a:endParaRPr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26" name="Google Shape;426;g3f9c682d955_30_60"/>
          <p:cNvSpPr/>
          <p:nvPr/>
        </p:nvSpPr>
        <p:spPr>
          <a:xfrm>
            <a:off x="4475497" y="2908663"/>
            <a:ext cx="3240900" cy="12069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27" name="Google Shape;427;g3f9c682d955_30_60"/>
          <p:cNvSpPr/>
          <p:nvPr/>
        </p:nvSpPr>
        <p:spPr>
          <a:xfrm>
            <a:off x="4749825" y="3073255"/>
            <a:ext cx="26922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21620"/>
              </a:buClr>
              <a:buSzPts val="1800"/>
              <a:buFont typeface="Hahmlet"/>
              <a:buNone/>
            </a:pPr>
            <a:r>
              <a:rPr b="1" i="0" lang="en-US" sz="2100" u="none" cap="none" strike="noStrike">
                <a:solidFill>
                  <a:srgbClr val="C21620"/>
                </a:solidFill>
                <a:latin typeface="Malgun Gothic"/>
                <a:ea typeface="Malgun Gothic"/>
                <a:cs typeface="Malgun Gothic"/>
                <a:sym typeface="Malgun Gothic"/>
              </a:rPr>
              <a:t>② 기준선</a:t>
            </a:r>
            <a:endParaRPr i="0" sz="21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28" name="Google Shape;428;g3f9c682d955_30_60"/>
          <p:cNvSpPr/>
          <p:nvPr/>
        </p:nvSpPr>
        <p:spPr>
          <a:xfrm>
            <a:off x="4749825" y="3475591"/>
            <a:ext cx="26922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575757"/>
              </a:buClr>
              <a:buSzPts val="1500"/>
              <a:buFont typeface="Hahmlet"/>
              <a:buNone/>
            </a:pPr>
            <a:r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고치기</a:t>
            </a:r>
            <a:r>
              <a:rPr i="0" lang="en-US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전 상태</a:t>
            </a:r>
            <a:r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i="0" lang="en-US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반복 측정</a:t>
            </a:r>
            <a:endParaRPr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29" name="Google Shape;429;g3f9c682d955_30_60"/>
          <p:cNvSpPr/>
          <p:nvPr/>
        </p:nvSpPr>
        <p:spPr>
          <a:xfrm>
            <a:off x="7716523" y="2908663"/>
            <a:ext cx="384000" cy="120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21620"/>
              </a:buClr>
              <a:buSzPts val="1800"/>
              <a:buFont typeface="Hahmlet"/>
              <a:buNone/>
            </a:pPr>
            <a:r>
              <a:rPr i="0" lang="en-US" sz="1800" u="none" cap="none" strike="noStrike">
                <a:solidFill>
                  <a:srgbClr val="C21620"/>
                </a:solidFill>
                <a:latin typeface="Malgun Gothic"/>
                <a:ea typeface="Malgun Gothic"/>
                <a:cs typeface="Malgun Gothic"/>
                <a:sym typeface="Malgun Gothic"/>
              </a:rPr>
              <a:t>→</a:t>
            </a:r>
            <a:endParaRPr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30" name="Google Shape;430;g3f9c682d955_30_60"/>
          <p:cNvSpPr/>
          <p:nvPr/>
        </p:nvSpPr>
        <p:spPr>
          <a:xfrm>
            <a:off x="8100581" y="2908663"/>
            <a:ext cx="3240900" cy="12069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31" name="Google Shape;431;g3f9c682d955_30_60"/>
          <p:cNvSpPr/>
          <p:nvPr/>
        </p:nvSpPr>
        <p:spPr>
          <a:xfrm>
            <a:off x="8374908" y="3073255"/>
            <a:ext cx="26922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21620"/>
              </a:buClr>
              <a:buSzPts val="1800"/>
              <a:buFont typeface="Hahmlet"/>
              <a:buNone/>
            </a:pPr>
            <a:r>
              <a:rPr b="1" i="0" lang="en-US" sz="2100" u="none" cap="none" strike="noStrike">
                <a:solidFill>
                  <a:srgbClr val="C21620"/>
                </a:solidFill>
                <a:latin typeface="Malgun Gothic"/>
                <a:ea typeface="Malgun Gothic"/>
                <a:cs typeface="Malgun Gothic"/>
                <a:sym typeface="Malgun Gothic"/>
              </a:rPr>
              <a:t>③ 수정</a:t>
            </a:r>
            <a:endParaRPr i="0" sz="21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32" name="Google Shape;432;g3f9c682d955_30_60"/>
          <p:cNvSpPr/>
          <p:nvPr/>
        </p:nvSpPr>
        <p:spPr>
          <a:xfrm>
            <a:off x="8374908" y="3475591"/>
            <a:ext cx="26922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575757"/>
              </a:buClr>
              <a:buSzPts val="1500"/>
              <a:buFont typeface="Hahmlet"/>
              <a:buNone/>
            </a:pPr>
            <a:r>
              <a:rPr i="0" lang="en-US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봇 지침</a:t>
            </a:r>
            <a:r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수정</a:t>
            </a:r>
            <a:endParaRPr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33" name="Google Shape;433;g3f9c682d955_30_60"/>
          <p:cNvSpPr/>
          <p:nvPr/>
        </p:nvSpPr>
        <p:spPr>
          <a:xfrm>
            <a:off x="850415" y="4518007"/>
            <a:ext cx="3240900" cy="12069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34" name="Google Shape;434;g3f9c682d955_30_60"/>
          <p:cNvSpPr/>
          <p:nvPr/>
        </p:nvSpPr>
        <p:spPr>
          <a:xfrm>
            <a:off x="1124742" y="4682599"/>
            <a:ext cx="26922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21620"/>
              </a:buClr>
              <a:buSzPts val="1800"/>
              <a:buFont typeface="Hahmlet"/>
              <a:buNone/>
            </a:pPr>
            <a:r>
              <a:rPr b="1" i="0" lang="en-US" sz="2100" u="none" cap="none" strike="noStrike">
                <a:solidFill>
                  <a:srgbClr val="C21620"/>
                </a:solidFill>
                <a:latin typeface="Malgun Gothic"/>
                <a:ea typeface="Malgun Gothic"/>
                <a:cs typeface="Malgun Gothic"/>
                <a:sym typeface="Malgun Gothic"/>
              </a:rPr>
              <a:t>④ 재측정</a:t>
            </a:r>
            <a:endParaRPr i="0" sz="21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35" name="Google Shape;435;g3f9c682d955_30_60"/>
          <p:cNvSpPr/>
          <p:nvPr/>
        </p:nvSpPr>
        <p:spPr>
          <a:xfrm>
            <a:off x="1124742" y="5084935"/>
            <a:ext cx="26922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575757"/>
              </a:buClr>
              <a:buSzPts val="1500"/>
              <a:buFont typeface="Hahmlet"/>
              <a:buNone/>
            </a:pPr>
            <a:r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동일 상황 </a:t>
            </a:r>
            <a:r>
              <a:rPr i="0" lang="en-US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전후 비교</a:t>
            </a:r>
            <a:endParaRPr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36" name="Google Shape;436;g3f9c682d955_30_60"/>
          <p:cNvSpPr/>
          <p:nvPr/>
        </p:nvSpPr>
        <p:spPr>
          <a:xfrm>
            <a:off x="4091439" y="4518007"/>
            <a:ext cx="384000" cy="120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21620"/>
              </a:buClr>
              <a:buSzPts val="1800"/>
              <a:buFont typeface="Hahmlet"/>
              <a:buNone/>
            </a:pPr>
            <a:r>
              <a:rPr i="0" lang="en-US" sz="1800" u="none" cap="none" strike="noStrike">
                <a:solidFill>
                  <a:srgbClr val="C21620"/>
                </a:solidFill>
                <a:latin typeface="Malgun Gothic"/>
                <a:ea typeface="Malgun Gothic"/>
                <a:cs typeface="Malgun Gothic"/>
                <a:sym typeface="Malgun Gothic"/>
              </a:rPr>
              <a:t>→</a:t>
            </a:r>
            <a:endParaRPr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37" name="Google Shape;437;g3f9c682d955_30_60"/>
          <p:cNvSpPr/>
          <p:nvPr/>
        </p:nvSpPr>
        <p:spPr>
          <a:xfrm>
            <a:off x="4475497" y="4518007"/>
            <a:ext cx="3240900" cy="12069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38" name="Google Shape;438;g3f9c682d955_30_60"/>
          <p:cNvSpPr/>
          <p:nvPr/>
        </p:nvSpPr>
        <p:spPr>
          <a:xfrm>
            <a:off x="4749825" y="4682599"/>
            <a:ext cx="26922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21620"/>
              </a:buClr>
              <a:buSzPts val="1800"/>
              <a:buFont typeface="Hahmlet"/>
              <a:buNone/>
            </a:pPr>
            <a:r>
              <a:rPr b="1" i="0" lang="en-US" sz="2100" u="none" cap="none" strike="noStrike">
                <a:solidFill>
                  <a:srgbClr val="C21620"/>
                </a:solidFill>
                <a:latin typeface="Malgun Gothic"/>
                <a:ea typeface="Malgun Gothic"/>
                <a:cs typeface="Malgun Gothic"/>
                <a:sym typeface="Malgun Gothic"/>
              </a:rPr>
              <a:t>⑤ 다음 문항</a:t>
            </a:r>
            <a:endParaRPr i="0" sz="21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39" name="Google Shape;439;g3f9c682d955_30_60"/>
          <p:cNvSpPr/>
          <p:nvPr/>
        </p:nvSpPr>
        <p:spPr>
          <a:xfrm>
            <a:off x="4749825" y="5084935"/>
            <a:ext cx="26922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575757"/>
              </a:buClr>
              <a:buSzPts val="1500"/>
              <a:buFont typeface="Hahmlet"/>
              <a:buNone/>
            </a:pPr>
            <a:r>
              <a:rPr i="0" lang="en-US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설문 문항 갱신</a:t>
            </a:r>
            <a:endParaRPr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40" name="Google Shape;440;g3f9c682d955_30_60"/>
          <p:cNvSpPr/>
          <p:nvPr/>
        </p:nvSpPr>
        <p:spPr>
          <a:xfrm>
            <a:off x="7716523" y="4518007"/>
            <a:ext cx="384000" cy="120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21620"/>
              </a:buClr>
              <a:buSzPts val="1800"/>
              <a:buFont typeface="Hahmlet"/>
              <a:buNone/>
            </a:pPr>
            <a:r>
              <a:rPr i="0" lang="en-US" sz="1800" u="none" cap="none" strike="noStrike">
                <a:solidFill>
                  <a:srgbClr val="C21620"/>
                </a:solidFill>
                <a:latin typeface="Malgun Gothic"/>
                <a:ea typeface="Malgun Gothic"/>
                <a:cs typeface="Malgun Gothic"/>
                <a:sym typeface="Malgun Gothic"/>
              </a:rPr>
              <a:t>→</a:t>
            </a:r>
            <a:endParaRPr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41" name="Google Shape;441;g3f9c682d955_30_60"/>
          <p:cNvSpPr/>
          <p:nvPr/>
        </p:nvSpPr>
        <p:spPr>
          <a:xfrm>
            <a:off x="8100581" y="4518007"/>
            <a:ext cx="3240900" cy="12069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42" name="Google Shape;442;g3f9c682d955_30_60"/>
          <p:cNvSpPr/>
          <p:nvPr/>
        </p:nvSpPr>
        <p:spPr>
          <a:xfrm>
            <a:off x="8374908" y="4682599"/>
            <a:ext cx="26922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21620"/>
              </a:buClr>
              <a:buSzPts val="1800"/>
              <a:buFont typeface="Hahmlet"/>
              <a:buNone/>
            </a:pPr>
            <a:r>
              <a:rPr b="1" i="0" lang="en-US" sz="2100" u="none" cap="none" strike="noStrike">
                <a:solidFill>
                  <a:srgbClr val="C21620"/>
                </a:solidFill>
                <a:latin typeface="Malgun Gothic"/>
                <a:ea typeface="Malgun Gothic"/>
                <a:cs typeface="Malgun Gothic"/>
                <a:sym typeface="Malgun Gothic"/>
              </a:rPr>
              <a:t>⑥ 올리기</a:t>
            </a:r>
            <a:endParaRPr i="0" sz="21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43" name="Google Shape;443;g3f9c682d955_30_60"/>
          <p:cNvSpPr/>
          <p:nvPr/>
        </p:nvSpPr>
        <p:spPr>
          <a:xfrm>
            <a:off x="8374900" y="5084925"/>
            <a:ext cx="28554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575757"/>
              </a:buClr>
              <a:buSzPts val="1500"/>
              <a:buFont typeface="Hahmlet"/>
              <a:buNone/>
            </a:pPr>
            <a:r>
              <a:rPr i="0" lang="en-US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변경 수치 · 근거</a:t>
            </a:r>
            <a:r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항목 검토</a:t>
            </a:r>
            <a:endParaRPr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44" name="Google Shape;444;g3f9c682d955_30_60"/>
          <p:cNvSpPr/>
          <p:nvPr/>
        </p:nvSpPr>
        <p:spPr>
          <a:xfrm>
            <a:off x="850415" y="5834162"/>
            <a:ext cx="10059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21620"/>
              </a:buClr>
              <a:buSzPts val="1500"/>
              <a:buFont typeface="Hahmlet"/>
              <a:buNone/>
            </a:pPr>
            <a:r>
              <a:rPr b="1" i="0" lang="en-US" sz="1800" u="none" cap="none" strike="noStrike">
                <a:solidFill>
                  <a:srgbClr val="C21620"/>
                </a:solidFill>
                <a:latin typeface="Malgun Gothic"/>
                <a:ea typeface="Malgun Gothic"/>
                <a:cs typeface="Malgun Gothic"/>
                <a:sym typeface="Malgun Gothic"/>
              </a:rPr>
              <a:t>닫기</a:t>
            </a:r>
            <a:endParaRPr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45" name="Google Shape;445;g3f9c682d955_30_60"/>
          <p:cNvSpPr/>
          <p:nvPr/>
        </p:nvSpPr>
        <p:spPr>
          <a:xfrm>
            <a:off x="1947725" y="5834164"/>
            <a:ext cx="96366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75757"/>
              </a:buClr>
              <a:buSzPts val="1500"/>
              <a:buFont typeface="Hahmlet"/>
              <a:buNone/>
            </a:pPr>
            <a:r>
              <a:rPr i="0" lang="en-US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사람이 승인하면 병합 · 재배포됩니다. </a:t>
            </a:r>
            <a:r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변경 사항은 기록해 둡니다</a:t>
            </a:r>
            <a:r>
              <a:rPr i="0" lang="en-US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.</a:t>
            </a:r>
            <a:endParaRPr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46" name="Google Shape;446;g3f9c682d955_30_60"/>
          <p:cNvSpPr/>
          <p:nvPr/>
        </p:nvSpPr>
        <p:spPr>
          <a:xfrm>
            <a:off x="850415" y="6206849"/>
            <a:ext cx="104913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100"/>
              <a:buFont typeface="Hahmlet"/>
              <a:buNone/>
            </a:pPr>
            <a:r>
              <a:rPr b="1" i="0" lang="en-US" sz="2100" u="none" cap="none" strike="noStrike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사람이 하는 일은 마지막 승인 하나입니다.</a:t>
            </a:r>
            <a:endParaRPr i="0" sz="21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447" name="Google Shape;447;g3f9c682d955_30_60"/>
          <p:cNvCxnSpPr>
            <a:stCxn id="430" idx="2"/>
            <a:endCxn id="433" idx="0"/>
          </p:cNvCxnSpPr>
          <p:nvPr/>
        </p:nvCxnSpPr>
        <p:spPr>
          <a:xfrm rot="5400000">
            <a:off x="5894831" y="691663"/>
            <a:ext cx="402300" cy="7250100"/>
          </a:xfrm>
          <a:prstGeom prst="bentConnector3">
            <a:avLst>
              <a:gd fmla="val 50004" name="adj1"/>
            </a:avLst>
          </a:prstGeom>
          <a:noFill/>
          <a:ln cap="flat" cmpd="sng" w="19050">
            <a:solidFill>
              <a:srgbClr val="C21620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448" name="Google Shape;448;g3f9c682d955_30_60"/>
          <p:cNvSpPr/>
          <p:nvPr/>
        </p:nvSpPr>
        <p:spPr>
          <a:xfrm>
            <a:off x="850415" y="441179"/>
            <a:ext cx="54864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FF2733"/>
              </a:buClr>
              <a:buSzPts val="2100"/>
              <a:buFont typeface="Malgun Gothic"/>
              <a:buNone/>
            </a:pPr>
            <a:r>
              <a:rPr b="1" lang="en-US" sz="2100">
                <a:solidFill>
                  <a:srgbClr val="FF2733"/>
                </a:solidFill>
                <a:latin typeface="Malgun Gothic"/>
                <a:ea typeface="Malgun Gothic"/>
                <a:cs typeface="Malgun Gothic"/>
                <a:sym typeface="Malgun Gothic"/>
              </a:rPr>
              <a:t>SECTION 05</a:t>
            </a:r>
            <a:r>
              <a:rPr lang="en-US" sz="21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2100">
                <a:solidFill>
                  <a:srgbClr val="FF2733"/>
                </a:solidFill>
                <a:latin typeface="Malgun Gothic"/>
                <a:ea typeface="Malgun Gothic"/>
                <a:cs typeface="Malgun Gothic"/>
                <a:sym typeface="Malgun Gothic"/>
              </a:rPr>
              <a:t>· </a:t>
            </a:r>
            <a:r>
              <a:rPr b="1" lang="en-US" sz="2100">
                <a:solidFill>
                  <a:srgbClr val="FF2733"/>
                </a:solidFill>
                <a:latin typeface="Malgun Gothic"/>
                <a:ea typeface="Malgun Gothic"/>
                <a:cs typeface="Malgun Gothic"/>
                <a:sym typeface="Malgun Gothic"/>
              </a:rPr>
              <a:t>핵심 코드 리뷰 </a:t>
            </a:r>
            <a:r>
              <a:rPr lang="en-US" sz="2100">
                <a:solidFill>
                  <a:srgbClr val="FF2733"/>
                </a:solidFill>
                <a:latin typeface="Malgun Gothic"/>
                <a:ea typeface="Malgun Gothic"/>
                <a:cs typeface="Malgun Gothic"/>
                <a:sym typeface="Malgun Gothic"/>
              </a:rPr>
              <a:t>·</a:t>
            </a:r>
            <a:r>
              <a:rPr lang="en-US" sz="2100">
                <a:solidFill>
                  <a:srgbClr val="FF2733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b="1" lang="en-US" sz="2100">
                <a:solidFill>
                  <a:srgbClr val="FF2733"/>
                </a:solidFill>
                <a:latin typeface="Malgun Gothic"/>
                <a:ea typeface="Malgun Gothic"/>
                <a:cs typeface="Malgun Gothic"/>
                <a:sym typeface="Malgun Gothic"/>
              </a:rPr>
              <a:t>선택과 근거</a:t>
            </a:r>
            <a:endParaRPr i="0" sz="21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49" name="Google Shape;449;g3f9c682d955_30_60"/>
          <p:cNvSpPr/>
          <p:nvPr/>
        </p:nvSpPr>
        <p:spPr>
          <a:xfrm>
            <a:off x="850415" y="883245"/>
            <a:ext cx="8595600" cy="60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ahmlet"/>
              <a:buNone/>
            </a:pPr>
            <a:r>
              <a:rPr b="1" lang="en-US" sz="3200">
                <a:solidFill>
                  <a:srgbClr val="F3E6E6"/>
                </a:solidFill>
                <a:latin typeface="Hahmlet"/>
                <a:ea typeface="Hahmlet"/>
                <a:cs typeface="Hahmlet"/>
                <a:sym typeface="Hahmlet"/>
              </a:rPr>
              <a:t>스스로 깨어나는 루프</a:t>
            </a:r>
            <a:endParaRPr b="0" i="0" sz="3200" u="none" cap="none" strike="noStrike">
              <a:solidFill>
                <a:srgbClr val="F3E6E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g3f9c682d955_30_98"/>
          <p:cNvSpPr/>
          <p:nvPr/>
        </p:nvSpPr>
        <p:spPr>
          <a:xfrm>
            <a:off x="0" y="0"/>
            <a:ext cx="12192000" cy="1755600"/>
          </a:xfrm>
          <a:prstGeom prst="rect">
            <a:avLst/>
          </a:prstGeom>
          <a:solidFill>
            <a:srgbClr val="16060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6" name="Google Shape;456;g3f9c682d955_30_98"/>
          <p:cNvSpPr/>
          <p:nvPr/>
        </p:nvSpPr>
        <p:spPr>
          <a:xfrm>
            <a:off x="0" y="1755648"/>
            <a:ext cx="12192000" cy="32100"/>
          </a:xfrm>
          <a:prstGeom prst="rect">
            <a:avLst/>
          </a:prstGeom>
          <a:solidFill>
            <a:srgbClr val="FF27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7" name="Google Shape;457;g3f9c682d955_30_98"/>
          <p:cNvSpPr/>
          <p:nvPr/>
        </p:nvSpPr>
        <p:spPr>
          <a:xfrm>
            <a:off x="850415" y="2121408"/>
            <a:ext cx="104913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75757"/>
              </a:buClr>
              <a:buSzPts val="1800"/>
              <a:buFont typeface="Hahmlet"/>
              <a:buNone/>
            </a:pPr>
            <a:r>
              <a:rPr i="0" lang="en-US" sz="1800" u="none" cap="none" strike="noStrike">
                <a:solidFill>
                  <a:srgbClr val="575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한 바퀴가 끝나면 다음 바퀴의 질문지도 함께 바뀝니다</a:t>
            </a:r>
            <a:endParaRPr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58" name="Google Shape;458;g3f9c682d955_30_98"/>
          <p:cNvSpPr/>
          <p:nvPr/>
        </p:nvSpPr>
        <p:spPr>
          <a:xfrm>
            <a:off x="1020955" y="2560320"/>
            <a:ext cx="2249400" cy="7131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59" name="Google Shape;459;g3f9c682d955_30_98"/>
          <p:cNvSpPr/>
          <p:nvPr/>
        </p:nvSpPr>
        <p:spPr>
          <a:xfrm>
            <a:off x="1020955" y="2560320"/>
            <a:ext cx="2249400" cy="71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800"/>
              <a:buFont typeface="Hahmlet"/>
              <a:buNone/>
            </a:pPr>
            <a:r>
              <a:rPr i="0" lang="en-US" sz="1800" u="none" cap="none" strike="noStrike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사람이 논다</a:t>
            </a:r>
            <a:endParaRPr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60" name="Google Shape;460;g3f9c682d955_30_98"/>
          <p:cNvSpPr/>
          <p:nvPr/>
        </p:nvSpPr>
        <p:spPr>
          <a:xfrm>
            <a:off x="3270439" y="2560320"/>
            <a:ext cx="384000" cy="71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21620"/>
              </a:buClr>
              <a:buSzPts val="1800"/>
              <a:buFont typeface="Hahmlet"/>
              <a:buNone/>
            </a:pPr>
            <a:r>
              <a:rPr i="0" lang="en-US" sz="1800" u="none" cap="none" strike="noStrike">
                <a:solidFill>
                  <a:srgbClr val="C21620"/>
                </a:solidFill>
                <a:latin typeface="Malgun Gothic"/>
                <a:ea typeface="Malgun Gothic"/>
                <a:cs typeface="Malgun Gothic"/>
                <a:sym typeface="Malgun Gothic"/>
              </a:rPr>
              <a:t>→</a:t>
            </a:r>
            <a:endParaRPr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61" name="Google Shape;461;g3f9c682d955_30_98"/>
          <p:cNvSpPr/>
          <p:nvPr/>
        </p:nvSpPr>
        <p:spPr>
          <a:xfrm>
            <a:off x="3654497" y="2560320"/>
            <a:ext cx="2249400" cy="7131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62" name="Google Shape;462;g3f9c682d955_30_98"/>
          <p:cNvSpPr/>
          <p:nvPr/>
        </p:nvSpPr>
        <p:spPr>
          <a:xfrm>
            <a:off x="3654497" y="2560320"/>
            <a:ext cx="2249400" cy="71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800"/>
              <a:buFont typeface="Hahmlet"/>
              <a:buNone/>
            </a:pPr>
            <a:r>
              <a:rPr i="0" lang="en-US" sz="1800" u="none" cap="none" strike="noStrike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기록이 쌓인다</a:t>
            </a:r>
            <a:endParaRPr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63" name="Google Shape;463;g3f9c682d955_30_98"/>
          <p:cNvSpPr/>
          <p:nvPr/>
        </p:nvSpPr>
        <p:spPr>
          <a:xfrm>
            <a:off x="5903981" y="2560320"/>
            <a:ext cx="384000" cy="71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21620"/>
              </a:buClr>
              <a:buSzPts val="1800"/>
              <a:buFont typeface="Hahmlet"/>
              <a:buNone/>
            </a:pPr>
            <a:r>
              <a:rPr i="0" lang="en-US" sz="1800" u="none" cap="none" strike="noStrike">
                <a:solidFill>
                  <a:srgbClr val="C21620"/>
                </a:solidFill>
                <a:latin typeface="Malgun Gothic"/>
                <a:ea typeface="Malgun Gothic"/>
                <a:cs typeface="Malgun Gothic"/>
                <a:sym typeface="Malgun Gothic"/>
              </a:rPr>
              <a:t>→</a:t>
            </a:r>
            <a:endParaRPr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64" name="Google Shape;464;g3f9c682d955_30_98"/>
          <p:cNvSpPr/>
          <p:nvPr/>
        </p:nvSpPr>
        <p:spPr>
          <a:xfrm>
            <a:off x="6288040" y="2560320"/>
            <a:ext cx="2249400" cy="7131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65" name="Google Shape;465;g3f9c682d955_30_98"/>
          <p:cNvSpPr/>
          <p:nvPr/>
        </p:nvSpPr>
        <p:spPr>
          <a:xfrm>
            <a:off x="6288040" y="2560320"/>
            <a:ext cx="2249400" cy="71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800"/>
              <a:buFont typeface="Hahmlet"/>
              <a:buNone/>
            </a:pPr>
            <a:r>
              <a:rPr i="0" lang="en-US" sz="1800" u="none" cap="none" strike="noStrike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루프가 돈다</a:t>
            </a:r>
            <a:endParaRPr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66" name="Google Shape;466;g3f9c682d955_30_98"/>
          <p:cNvSpPr/>
          <p:nvPr/>
        </p:nvSpPr>
        <p:spPr>
          <a:xfrm>
            <a:off x="8537524" y="2560320"/>
            <a:ext cx="384000" cy="71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21620"/>
              </a:buClr>
              <a:buSzPts val="1800"/>
              <a:buFont typeface="Hahmlet"/>
              <a:buNone/>
            </a:pPr>
            <a:r>
              <a:rPr i="0" lang="en-US" sz="1800" u="none" cap="none" strike="noStrike">
                <a:solidFill>
                  <a:srgbClr val="C21620"/>
                </a:solidFill>
                <a:latin typeface="Malgun Gothic"/>
                <a:ea typeface="Malgun Gothic"/>
                <a:cs typeface="Malgun Gothic"/>
                <a:sym typeface="Malgun Gothic"/>
              </a:rPr>
              <a:t>→</a:t>
            </a:r>
            <a:endParaRPr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67" name="Google Shape;467;g3f9c682d955_30_98"/>
          <p:cNvSpPr/>
          <p:nvPr/>
        </p:nvSpPr>
        <p:spPr>
          <a:xfrm>
            <a:off x="8921582" y="2560320"/>
            <a:ext cx="2249400" cy="713100"/>
          </a:xfrm>
          <a:prstGeom prst="rect">
            <a:avLst/>
          </a:prstGeom>
          <a:solidFill>
            <a:srgbClr val="1F0A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68" name="Google Shape;468;g3f9c682d955_30_98"/>
          <p:cNvSpPr/>
          <p:nvPr/>
        </p:nvSpPr>
        <p:spPr>
          <a:xfrm>
            <a:off x="8921582" y="2560320"/>
            <a:ext cx="2249400" cy="71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3E6E6"/>
              </a:buClr>
              <a:buSzPts val="1800"/>
              <a:buFont typeface="Hahmlet"/>
              <a:buNone/>
            </a:pPr>
            <a:r>
              <a:rPr b="1" i="0" lang="en-US" sz="1800" u="none" cap="none" strike="noStrike">
                <a:solidFill>
                  <a:srgbClr val="F3E6E6"/>
                </a:solidFill>
                <a:latin typeface="Malgun Gothic"/>
                <a:ea typeface="Malgun Gothic"/>
                <a:cs typeface="Malgun Gothic"/>
                <a:sym typeface="Malgun Gothic"/>
              </a:rPr>
              <a:t>지침이 바뀐다</a:t>
            </a:r>
            <a:endParaRPr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69" name="Google Shape;469;g3f9c682d955_30_98"/>
          <p:cNvSpPr/>
          <p:nvPr/>
        </p:nvSpPr>
        <p:spPr>
          <a:xfrm>
            <a:off x="850415" y="3419856"/>
            <a:ext cx="10491300" cy="11100"/>
          </a:xfrm>
          <a:prstGeom prst="rect">
            <a:avLst/>
          </a:prstGeom>
          <a:solidFill>
            <a:srgbClr val="C2162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70" name="Google Shape;470;g3f9c682d955_30_98"/>
          <p:cNvSpPr/>
          <p:nvPr/>
        </p:nvSpPr>
        <p:spPr>
          <a:xfrm>
            <a:off x="850415" y="3474720"/>
            <a:ext cx="104913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21620"/>
              </a:buClr>
              <a:buSzPts val="1500"/>
              <a:buFont typeface="Hahmlet"/>
              <a:buNone/>
            </a:pPr>
            <a:r>
              <a:rPr i="0" lang="en-US" sz="1500" u="none" cap="none" strike="noStrike">
                <a:solidFill>
                  <a:srgbClr val="C21620"/>
                </a:solidFill>
                <a:latin typeface="Malgun Gothic"/>
                <a:ea typeface="Malgun Gothic"/>
                <a:cs typeface="Malgun Gothic"/>
                <a:sym typeface="Malgun Gothic"/>
              </a:rPr>
              <a:t>↑   바뀐 봇으로 다음 판이 시작되고, 기록이 다시 쌓입니다   ↑</a:t>
            </a:r>
            <a:endParaRPr i="0" sz="15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71" name="Google Shape;471;g3f9c682d955_30_98"/>
          <p:cNvSpPr/>
          <p:nvPr/>
        </p:nvSpPr>
        <p:spPr>
          <a:xfrm>
            <a:off x="850415" y="3950208"/>
            <a:ext cx="5852400" cy="19386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72" name="Google Shape;472;g3f9c682d955_30_98"/>
          <p:cNvSpPr/>
          <p:nvPr/>
        </p:nvSpPr>
        <p:spPr>
          <a:xfrm>
            <a:off x="1179607" y="4114800"/>
            <a:ext cx="52122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21620"/>
              </a:buClr>
              <a:buSzPts val="1800"/>
              <a:buFont typeface="Hahmlet"/>
              <a:buNone/>
            </a:pPr>
            <a:r>
              <a:rPr b="1" i="0" lang="en-US" sz="1800" u="none" cap="none" strike="noStrike">
                <a:solidFill>
                  <a:srgbClr val="C21620"/>
                </a:solidFill>
                <a:latin typeface="Malgun Gothic"/>
                <a:ea typeface="Malgun Gothic"/>
                <a:cs typeface="Malgun Gothic"/>
                <a:sym typeface="Malgun Gothic"/>
              </a:rPr>
              <a:t>첫 실행에서 고친 것</a:t>
            </a:r>
            <a:endParaRPr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73" name="Google Shape;473;g3f9c682d955_30_98"/>
          <p:cNvSpPr/>
          <p:nvPr/>
        </p:nvSpPr>
        <p:spPr>
          <a:xfrm>
            <a:off x="1179607" y="4517136"/>
            <a:ext cx="5212200" cy="60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75757"/>
              </a:buClr>
              <a:buSzPts val="1500"/>
              <a:buFont typeface="Hahmlet"/>
              <a:buNone/>
            </a:pPr>
            <a:r>
              <a:rPr i="0" lang="en-US" sz="1500" u="none" cap="none" strike="noStrike">
                <a:solidFill>
                  <a:srgbClr val="575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행동 목록 일곱 개 중 하나에만 조건이 없어,</a:t>
            </a:r>
            <a:endParaRPr i="0" sz="15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75757"/>
              </a:buClr>
              <a:buSzPts val="1500"/>
              <a:buFont typeface="Hahmlet"/>
              <a:buNone/>
            </a:pPr>
            <a:r>
              <a:rPr i="0" lang="en-US" sz="1500" u="none" cap="none" strike="noStrike">
                <a:solidFill>
                  <a:srgbClr val="575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묻지도 않았는데 자기 발언을 변명했습니다.</a:t>
            </a:r>
            <a:endParaRPr i="0" sz="15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74" name="Google Shape;474;g3f9c682d955_30_98"/>
          <p:cNvSpPr/>
          <p:nvPr/>
        </p:nvSpPr>
        <p:spPr>
          <a:xfrm>
            <a:off x="1179607" y="5102352"/>
            <a:ext cx="5212200" cy="7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6153"/>
              </a:lnSpc>
              <a:spcBef>
                <a:spcPts val="0"/>
              </a:spcBef>
              <a:spcAft>
                <a:spcPts val="0"/>
              </a:spcAft>
              <a:buClr>
                <a:srgbClr val="575757"/>
              </a:buClr>
              <a:buSzPts val="1300"/>
              <a:buFont typeface="Hahmlet"/>
              <a:buNone/>
            </a:pPr>
            <a:r>
              <a:rPr i="0" lang="en-US" sz="1300" u="none" cap="none" strike="noStrike">
                <a:solidFill>
                  <a:srgbClr val="575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전   자기 발언을 해명하세요.</a:t>
            </a:r>
            <a:endParaRPr i="0" sz="13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46153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Hahmlet"/>
              <a:buNone/>
            </a:pPr>
            <a:r>
              <a:rPr b="1" i="0" lang="en-US" sz="1300" u="none" cap="none" strike="noStrike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후   당신을 의심한 사람이 있으면,</a:t>
            </a:r>
            <a:endParaRPr i="0" sz="13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46153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Hahmlet"/>
              <a:buNone/>
            </a:pPr>
            <a:r>
              <a:rPr b="1" i="0" lang="en-US" sz="1300" u="none" cap="none" strike="noStrike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        자기 발언을 해명하세요.</a:t>
            </a:r>
            <a:endParaRPr i="0" sz="13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75" name="Google Shape;475;g3f9c682d955_30_98"/>
          <p:cNvSpPr/>
          <p:nvPr/>
        </p:nvSpPr>
        <p:spPr>
          <a:xfrm>
            <a:off x="7022779" y="3950208"/>
            <a:ext cx="4316100" cy="1938600"/>
          </a:xfrm>
          <a:prstGeom prst="rect">
            <a:avLst/>
          </a:prstGeom>
          <a:solidFill>
            <a:srgbClr val="1F0A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76" name="Google Shape;476;g3f9c682d955_30_98"/>
          <p:cNvSpPr/>
          <p:nvPr/>
        </p:nvSpPr>
        <p:spPr>
          <a:xfrm>
            <a:off x="7351972" y="4114800"/>
            <a:ext cx="36576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2733"/>
              </a:buClr>
              <a:buSzPts val="1800"/>
              <a:buFont typeface="Hahmlet"/>
              <a:buNone/>
            </a:pPr>
            <a:r>
              <a:rPr b="1" i="0" lang="en-US" sz="1800" u="none" cap="none" strike="noStrike">
                <a:solidFill>
                  <a:srgbClr val="FF2733"/>
                </a:solidFill>
                <a:latin typeface="Malgun Gothic"/>
                <a:ea typeface="Malgun Gothic"/>
                <a:cs typeface="Malgun Gothic"/>
                <a:sym typeface="Malgun Gothic"/>
              </a:rPr>
              <a:t>다음 </a:t>
            </a:r>
            <a:r>
              <a:rPr b="1" lang="en-US" sz="1800">
                <a:solidFill>
                  <a:srgbClr val="FF2733"/>
                </a:solidFill>
                <a:latin typeface="Malgun Gothic"/>
                <a:ea typeface="Malgun Gothic"/>
                <a:cs typeface="Malgun Gothic"/>
                <a:sym typeface="Malgun Gothic"/>
              </a:rPr>
              <a:t>한 판</a:t>
            </a:r>
            <a:r>
              <a:rPr b="1" i="0" lang="en-US" sz="1800" u="none" cap="none" strike="noStrike">
                <a:solidFill>
                  <a:srgbClr val="FF2733"/>
                </a:solidFill>
                <a:latin typeface="Malgun Gothic"/>
                <a:ea typeface="Malgun Gothic"/>
                <a:cs typeface="Malgun Gothic"/>
                <a:sym typeface="Malgun Gothic"/>
              </a:rPr>
              <a:t>의 질문지</a:t>
            </a:r>
            <a:endParaRPr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77" name="Google Shape;477;g3f9c682d955_30_98"/>
          <p:cNvSpPr/>
          <p:nvPr/>
        </p:nvSpPr>
        <p:spPr>
          <a:xfrm>
            <a:off x="7351972" y="4517136"/>
            <a:ext cx="3657600" cy="124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3E6E6"/>
              </a:buClr>
              <a:buSzPts val="1500"/>
              <a:buFont typeface="Hahmlet"/>
              <a:buNone/>
            </a:pPr>
            <a:r>
              <a:rPr i="0" lang="en-US" sz="1500" u="none" cap="none" strike="noStrike">
                <a:solidFill>
                  <a:srgbClr val="F3E6E6"/>
                </a:solidFill>
                <a:latin typeface="Malgun Gothic"/>
                <a:ea typeface="Malgun Gothic"/>
                <a:cs typeface="Malgun Gothic"/>
                <a:sym typeface="Malgun Gothic"/>
              </a:rPr>
              <a:t>고친 내용을 겨냥한 설문 문항이</a:t>
            </a:r>
            <a:endParaRPr i="0" sz="15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3E6E6"/>
              </a:buClr>
              <a:buSzPts val="1500"/>
              <a:buFont typeface="Hahmlet"/>
              <a:buNone/>
            </a:pPr>
            <a:r>
              <a:rPr i="0" lang="en-US" sz="1500" u="none" cap="none" strike="noStrike">
                <a:solidFill>
                  <a:srgbClr val="F3E6E6"/>
                </a:solidFill>
                <a:latin typeface="Malgun Gothic"/>
                <a:ea typeface="Malgun Gothic"/>
                <a:cs typeface="Malgun Gothic"/>
                <a:sym typeface="Malgun Gothic"/>
              </a:rPr>
              <a:t>같이 갱신됩니다.</a:t>
            </a:r>
            <a:endParaRPr i="0" sz="15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3E6E6"/>
              </a:buClr>
              <a:buSzPts val="1500"/>
              <a:buFont typeface="Hahmlet"/>
              <a:buNone/>
            </a:pPr>
            <a:r>
              <a:rPr i="0" lang="en-US" sz="1500" u="none" cap="none" strike="noStrike">
                <a:solidFill>
                  <a:srgbClr val="F3E6E6"/>
                </a:solidFill>
                <a:latin typeface="Malgun Gothic"/>
                <a:ea typeface="Malgun Gothic"/>
                <a:cs typeface="Malgun Gothic"/>
                <a:sym typeface="Malgun Gothic"/>
              </a:rPr>
              <a:t>다음 참가자들이 그 자리에서</a:t>
            </a:r>
            <a:endParaRPr i="0" sz="15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3E6E6"/>
              </a:buClr>
              <a:buSzPts val="1500"/>
              <a:buFont typeface="Hahmlet"/>
              <a:buNone/>
            </a:pPr>
            <a:r>
              <a:rPr i="0" lang="en-US" sz="1500" u="none" cap="none" strike="noStrike">
                <a:solidFill>
                  <a:srgbClr val="F3E6E6"/>
                </a:solidFill>
                <a:latin typeface="Malgun Gothic"/>
                <a:ea typeface="Malgun Gothic"/>
                <a:cs typeface="Malgun Gothic"/>
                <a:sym typeface="Malgun Gothic"/>
              </a:rPr>
              <a:t>또 걸리는지 확인해 줍니다.</a:t>
            </a:r>
            <a:endParaRPr i="0" sz="15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78" name="Google Shape;478;g3f9c682d955_30_98"/>
          <p:cNvSpPr/>
          <p:nvPr/>
        </p:nvSpPr>
        <p:spPr>
          <a:xfrm>
            <a:off x="850415" y="6053328"/>
            <a:ext cx="10491300" cy="32100"/>
          </a:xfrm>
          <a:prstGeom prst="rect">
            <a:avLst/>
          </a:prstGeom>
          <a:solidFill>
            <a:srgbClr val="C2162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79" name="Google Shape;479;g3f9c682d955_30_98"/>
          <p:cNvSpPr/>
          <p:nvPr/>
        </p:nvSpPr>
        <p:spPr>
          <a:xfrm>
            <a:off x="850415" y="6190488"/>
            <a:ext cx="104913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100"/>
              <a:buFont typeface="Hahmlet"/>
              <a:buNone/>
            </a:pPr>
            <a:r>
              <a:rPr b="1" i="0" lang="en-US" sz="2100" u="none" cap="none" strike="noStrike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게임이 봇을 재고, 그 결과가 다시 게임으로 돌아갑니다.</a:t>
            </a:r>
            <a:endParaRPr i="0" sz="21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80" name="Google Shape;480;g3f9c682d955_30_98"/>
          <p:cNvSpPr/>
          <p:nvPr/>
        </p:nvSpPr>
        <p:spPr>
          <a:xfrm>
            <a:off x="850415" y="441179"/>
            <a:ext cx="54864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FF2733"/>
              </a:buClr>
              <a:buSzPts val="2100"/>
              <a:buFont typeface="Malgun Gothic"/>
              <a:buNone/>
            </a:pPr>
            <a:r>
              <a:rPr b="1" lang="en-US" sz="2100">
                <a:solidFill>
                  <a:srgbClr val="FF2733"/>
                </a:solidFill>
                <a:latin typeface="Malgun Gothic"/>
                <a:ea typeface="Malgun Gothic"/>
                <a:cs typeface="Malgun Gothic"/>
                <a:sym typeface="Malgun Gothic"/>
              </a:rPr>
              <a:t>SECTION 05</a:t>
            </a:r>
            <a:r>
              <a:rPr lang="en-US" sz="21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2100">
                <a:solidFill>
                  <a:srgbClr val="FF2733"/>
                </a:solidFill>
                <a:latin typeface="Malgun Gothic"/>
                <a:ea typeface="Malgun Gothic"/>
                <a:cs typeface="Malgun Gothic"/>
                <a:sym typeface="Malgun Gothic"/>
              </a:rPr>
              <a:t>· </a:t>
            </a:r>
            <a:r>
              <a:rPr b="1" lang="en-US" sz="2100">
                <a:solidFill>
                  <a:srgbClr val="FF2733"/>
                </a:solidFill>
                <a:latin typeface="Malgun Gothic"/>
                <a:ea typeface="Malgun Gothic"/>
                <a:cs typeface="Malgun Gothic"/>
                <a:sym typeface="Malgun Gothic"/>
              </a:rPr>
              <a:t>핵심 코드 리뷰 </a:t>
            </a:r>
            <a:r>
              <a:rPr lang="en-US" sz="2100">
                <a:solidFill>
                  <a:srgbClr val="FF2733"/>
                </a:solidFill>
                <a:latin typeface="Malgun Gothic"/>
                <a:ea typeface="Malgun Gothic"/>
                <a:cs typeface="Malgun Gothic"/>
                <a:sym typeface="Malgun Gothic"/>
              </a:rPr>
              <a:t>·</a:t>
            </a:r>
            <a:r>
              <a:rPr lang="en-US" sz="2100">
                <a:solidFill>
                  <a:srgbClr val="FF2733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b="1" lang="en-US" sz="2100">
                <a:solidFill>
                  <a:srgbClr val="FF2733"/>
                </a:solidFill>
                <a:latin typeface="Malgun Gothic"/>
                <a:ea typeface="Malgun Gothic"/>
                <a:cs typeface="Malgun Gothic"/>
                <a:sym typeface="Malgun Gothic"/>
              </a:rPr>
              <a:t>효 과</a:t>
            </a:r>
            <a:endParaRPr i="0" sz="21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81" name="Google Shape;481;g3f9c682d955_30_98"/>
          <p:cNvSpPr/>
          <p:nvPr/>
        </p:nvSpPr>
        <p:spPr>
          <a:xfrm>
            <a:off x="850415" y="883245"/>
            <a:ext cx="8595600" cy="60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ahmlet"/>
              <a:buNone/>
            </a:pPr>
            <a:r>
              <a:rPr b="1" lang="en-US" sz="3200">
                <a:solidFill>
                  <a:srgbClr val="F3E6E6"/>
                </a:solidFill>
                <a:latin typeface="Hahmlet"/>
                <a:ea typeface="Hahmlet"/>
                <a:cs typeface="Hahmlet"/>
                <a:sym typeface="Hahmlet"/>
              </a:rPr>
              <a:t>고쳐진 봇이 다음 판에 나갑니다</a:t>
            </a:r>
            <a:endParaRPr b="0" i="0" sz="3200" u="none" cap="none" strike="noStrike">
              <a:solidFill>
                <a:srgbClr val="F3E6E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86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p12"/>
          <p:cNvSpPr/>
          <p:nvPr/>
        </p:nvSpPr>
        <p:spPr>
          <a:xfrm>
            <a:off x="0" y="0"/>
            <a:ext cx="12191695" cy="1755648"/>
          </a:xfrm>
          <a:prstGeom prst="rect">
            <a:avLst/>
          </a:prstGeom>
          <a:solidFill>
            <a:srgbClr val="16060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8" name="Google Shape;488;p12"/>
          <p:cNvSpPr/>
          <p:nvPr/>
        </p:nvSpPr>
        <p:spPr>
          <a:xfrm>
            <a:off x="0" y="1755648"/>
            <a:ext cx="12191695" cy="32004"/>
          </a:xfrm>
          <a:prstGeom prst="rect">
            <a:avLst/>
          </a:prstGeom>
          <a:solidFill>
            <a:srgbClr val="FF27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9" name="Google Shape;489;p12"/>
          <p:cNvSpPr txBox="1"/>
          <p:nvPr/>
        </p:nvSpPr>
        <p:spPr>
          <a:xfrm>
            <a:off x="850392" y="457200"/>
            <a:ext cx="10490911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2733"/>
              </a:buClr>
              <a:buSzPts val="2100"/>
              <a:buFont typeface="Malgun Gothic"/>
              <a:buNone/>
            </a:pPr>
            <a:r>
              <a:rPr b="1" i="0" lang="en-US" sz="2100" u="none" cap="none" strike="noStrike">
                <a:solidFill>
                  <a:srgbClr val="FF2733"/>
                </a:solidFill>
                <a:latin typeface="Malgun Gothic"/>
                <a:ea typeface="Malgun Gothic"/>
                <a:cs typeface="Malgun Gothic"/>
                <a:sym typeface="Malgun Gothic"/>
              </a:rPr>
              <a:t>SECTION 06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0" name="Google Shape;490;p12"/>
          <p:cNvSpPr txBox="1"/>
          <p:nvPr/>
        </p:nvSpPr>
        <p:spPr>
          <a:xfrm>
            <a:off x="850392" y="804672"/>
            <a:ext cx="78638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3E6E6"/>
              </a:buClr>
              <a:buSzPts val="3000"/>
              <a:buFont typeface="Malgun Gothic"/>
              <a:buNone/>
            </a:pPr>
            <a:r>
              <a:rPr i="0" lang="en-US" sz="3200" u="none" cap="none" strike="noStrike">
                <a:solidFill>
                  <a:srgbClr val="F3E6E6"/>
                </a:solidFill>
                <a:latin typeface="Hahmlet ExtraBold"/>
                <a:ea typeface="Hahmlet ExtraBold"/>
                <a:cs typeface="Hahmlet ExtraBold"/>
                <a:sym typeface="Hahmlet ExtraBold"/>
              </a:rPr>
              <a:t>활용 방안</a:t>
            </a:r>
            <a:endParaRPr i="0" sz="3200" u="none" cap="none" strike="noStrike">
              <a:solidFill>
                <a:schemeClr val="dk1"/>
              </a:solidFill>
              <a:latin typeface="Hahmlet ExtraBold"/>
              <a:ea typeface="Hahmlet ExtraBold"/>
              <a:cs typeface="Hahmlet ExtraBold"/>
              <a:sym typeface="Hahmlet ExtraBold"/>
            </a:endParaRPr>
          </a:p>
        </p:txBody>
      </p:sp>
      <p:sp>
        <p:nvSpPr>
          <p:cNvPr id="491" name="Google Shape;491;p12"/>
          <p:cNvSpPr txBox="1"/>
          <p:nvPr/>
        </p:nvSpPr>
        <p:spPr>
          <a:xfrm>
            <a:off x="7315200" y="868680"/>
            <a:ext cx="4026103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D3BFC0"/>
              </a:buClr>
              <a:buSzPts val="1800"/>
              <a:buFont typeface="Malgun Gothic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2" name="Google Shape;492;p12"/>
          <p:cNvSpPr txBox="1"/>
          <p:nvPr/>
        </p:nvSpPr>
        <p:spPr>
          <a:xfrm>
            <a:off x="850392" y="2139696"/>
            <a:ext cx="104913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모델만 바꿔 끼우면, 그대로 소셜 디덕션 벤치마크가 됩니다</a:t>
            </a:r>
            <a:endParaRPr sz="2100"/>
          </a:p>
        </p:txBody>
      </p:sp>
      <p:sp>
        <p:nvSpPr>
          <p:cNvPr id="493" name="Google Shape;493;p12"/>
          <p:cNvSpPr/>
          <p:nvPr/>
        </p:nvSpPr>
        <p:spPr>
          <a:xfrm>
            <a:off x="850392" y="2570200"/>
            <a:ext cx="10491300" cy="11100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4" name="Google Shape;494;p12"/>
          <p:cNvSpPr txBox="1"/>
          <p:nvPr/>
        </p:nvSpPr>
        <p:spPr>
          <a:xfrm>
            <a:off x="850392" y="2727918"/>
            <a:ext cx="36576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C21620"/>
                </a:solidFill>
                <a:latin typeface="Malgun Gothic"/>
                <a:ea typeface="Malgun Gothic"/>
                <a:cs typeface="Malgun Gothic"/>
                <a:sym typeface="Malgun Gothic"/>
              </a:rPr>
              <a:t>측정 </a:t>
            </a:r>
            <a:r>
              <a:rPr b="1" lang="en-US" sz="2100">
                <a:solidFill>
                  <a:srgbClr val="C21620"/>
                </a:solidFill>
                <a:latin typeface="Malgun Gothic"/>
                <a:ea typeface="Malgun Gothic"/>
                <a:cs typeface="Malgun Gothic"/>
                <a:sym typeface="Malgun Gothic"/>
              </a:rPr>
              <a:t>사이</a:t>
            </a:r>
            <a:r>
              <a:rPr b="1" lang="en-US" sz="2100">
                <a:solidFill>
                  <a:srgbClr val="C21620"/>
                </a:solidFill>
                <a:latin typeface="Malgun Gothic"/>
                <a:ea typeface="Malgun Gothic"/>
                <a:cs typeface="Malgun Gothic"/>
                <a:sym typeface="Malgun Gothic"/>
              </a:rPr>
              <a:t>클</a:t>
            </a:r>
            <a:endParaRPr sz="2100"/>
          </a:p>
        </p:txBody>
      </p:sp>
      <p:sp>
        <p:nvSpPr>
          <p:cNvPr id="495" name="Google Shape;495;p12"/>
          <p:cNvSpPr/>
          <p:nvPr/>
        </p:nvSpPr>
        <p:spPr>
          <a:xfrm>
            <a:off x="850400" y="3103324"/>
            <a:ext cx="2444400" cy="13470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6" name="Google Shape;496;p12"/>
          <p:cNvSpPr txBox="1"/>
          <p:nvPr/>
        </p:nvSpPr>
        <p:spPr>
          <a:xfrm>
            <a:off x="1051560" y="3265303"/>
            <a:ext cx="5487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C21620"/>
                </a:solidFill>
                <a:latin typeface="Malgun Gothic"/>
                <a:ea typeface="Malgun Gothic"/>
                <a:cs typeface="Malgun Gothic"/>
                <a:sym typeface="Malgun Gothic"/>
              </a:rPr>
              <a:t>01</a:t>
            </a:r>
            <a:endParaRPr sz="2100"/>
          </a:p>
        </p:txBody>
      </p:sp>
      <p:sp>
        <p:nvSpPr>
          <p:cNvPr id="497" name="Google Shape;497;p12"/>
          <p:cNvSpPr txBox="1"/>
          <p:nvPr/>
        </p:nvSpPr>
        <p:spPr>
          <a:xfrm>
            <a:off x="1051560" y="3664108"/>
            <a:ext cx="2042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모델을 바꾼다</a:t>
            </a:r>
            <a:endParaRPr sz="2100"/>
          </a:p>
        </p:txBody>
      </p:sp>
      <p:cxnSp>
        <p:nvCxnSpPr>
          <p:cNvPr id="498" name="Google Shape;498;p12"/>
          <p:cNvCxnSpPr/>
          <p:nvPr/>
        </p:nvCxnSpPr>
        <p:spPr>
          <a:xfrm>
            <a:off x="3331456" y="3846988"/>
            <a:ext cx="164700" cy="0"/>
          </a:xfrm>
          <a:prstGeom prst="straightConnector1">
            <a:avLst/>
          </a:prstGeom>
          <a:noFill/>
          <a:ln cap="flat" cmpd="sng" w="19050">
            <a:solidFill>
              <a:srgbClr val="1A1A1A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8040"/>
              </a:srgbClr>
            </a:outerShdw>
          </a:effectLst>
        </p:spPr>
      </p:cxnSp>
      <p:sp>
        <p:nvSpPr>
          <p:cNvPr id="499" name="Google Shape;499;p12"/>
          <p:cNvSpPr/>
          <p:nvPr/>
        </p:nvSpPr>
        <p:spPr>
          <a:xfrm>
            <a:off x="3532625" y="3103324"/>
            <a:ext cx="2444400" cy="13470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0" name="Google Shape;500;p12"/>
          <p:cNvSpPr txBox="1"/>
          <p:nvPr/>
        </p:nvSpPr>
        <p:spPr>
          <a:xfrm>
            <a:off x="3733792" y="3265303"/>
            <a:ext cx="5487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C21620"/>
                </a:solidFill>
                <a:latin typeface="Malgun Gothic"/>
                <a:ea typeface="Malgun Gothic"/>
                <a:cs typeface="Malgun Gothic"/>
                <a:sym typeface="Malgun Gothic"/>
              </a:rPr>
              <a:t>02</a:t>
            </a:r>
            <a:endParaRPr sz="2100"/>
          </a:p>
        </p:txBody>
      </p:sp>
      <p:sp>
        <p:nvSpPr>
          <p:cNvPr id="501" name="Google Shape;501;p12"/>
          <p:cNvSpPr txBox="1"/>
          <p:nvPr/>
        </p:nvSpPr>
        <p:spPr>
          <a:xfrm>
            <a:off x="3733800" y="3664111"/>
            <a:ext cx="21960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같은 판을 돌린다</a:t>
            </a:r>
            <a:endParaRPr sz="2100"/>
          </a:p>
        </p:txBody>
      </p:sp>
      <p:cxnSp>
        <p:nvCxnSpPr>
          <p:cNvPr id="502" name="Google Shape;502;p12"/>
          <p:cNvCxnSpPr/>
          <p:nvPr/>
        </p:nvCxnSpPr>
        <p:spPr>
          <a:xfrm>
            <a:off x="6013688" y="3846988"/>
            <a:ext cx="164700" cy="0"/>
          </a:xfrm>
          <a:prstGeom prst="straightConnector1">
            <a:avLst/>
          </a:prstGeom>
          <a:noFill/>
          <a:ln cap="flat" cmpd="sng" w="19050">
            <a:solidFill>
              <a:srgbClr val="1A1A1A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8040"/>
              </a:srgbClr>
            </a:outerShdw>
          </a:effectLst>
        </p:spPr>
      </p:cxnSp>
      <p:sp>
        <p:nvSpPr>
          <p:cNvPr id="503" name="Google Shape;503;p12"/>
          <p:cNvSpPr/>
          <p:nvPr/>
        </p:nvSpPr>
        <p:spPr>
          <a:xfrm>
            <a:off x="6214850" y="3103324"/>
            <a:ext cx="2444400" cy="1347000"/>
          </a:xfrm>
          <a:prstGeom prst="rect">
            <a:avLst/>
          </a:prstGeom>
          <a:solidFill>
            <a:srgbClr val="160607"/>
          </a:solidFill>
          <a:ln cap="flat" cmpd="sng" w="22225">
            <a:solidFill>
              <a:srgbClr val="FF27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4" name="Google Shape;504;p12"/>
          <p:cNvSpPr txBox="1"/>
          <p:nvPr/>
        </p:nvSpPr>
        <p:spPr>
          <a:xfrm>
            <a:off x="6416024" y="3265303"/>
            <a:ext cx="5487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FF2733"/>
                </a:solidFill>
                <a:latin typeface="Malgun Gothic"/>
                <a:ea typeface="Malgun Gothic"/>
                <a:cs typeface="Malgun Gothic"/>
                <a:sym typeface="Malgun Gothic"/>
              </a:rPr>
              <a:t>03</a:t>
            </a:r>
            <a:endParaRPr sz="2100"/>
          </a:p>
        </p:txBody>
      </p:sp>
      <p:sp>
        <p:nvSpPr>
          <p:cNvPr id="505" name="Google Shape;505;p12"/>
          <p:cNvSpPr txBox="1"/>
          <p:nvPr/>
        </p:nvSpPr>
        <p:spPr>
          <a:xfrm>
            <a:off x="6416024" y="3664108"/>
            <a:ext cx="2042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사람이 판정한다</a:t>
            </a:r>
            <a:endParaRPr sz="2100">
              <a:solidFill>
                <a:schemeClr val="lt1"/>
              </a:solidFill>
            </a:endParaRPr>
          </a:p>
        </p:txBody>
      </p:sp>
      <p:sp>
        <p:nvSpPr>
          <p:cNvPr id="506" name="Google Shape;506;p12"/>
          <p:cNvSpPr txBox="1"/>
          <p:nvPr/>
        </p:nvSpPr>
        <p:spPr>
          <a:xfrm>
            <a:off x="6416025" y="4083820"/>
            <a:ext cx="2327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D3BFC0"/>
                </a:solidFill>
                <a:latin typeface="Malgun Gothic"/>
                <a:ea typeface="Malgun Gothic"/>
                <a:cs typeface="Malgun Gothic"/>
                <a:sym typeface="Malgun Gothic"/>
              </a:rPr>
              <a:t>봇 지목 투표 </a:t>
            </a:r>
            <a:r>
              <a:rPr b="1" lang="en-US" sz="1800">
                <a:solidFill>
                  <a:srgbClr val="D3BFC0"/>
                </a:solidFill>
                <a:latin typeface="Malgun Gothic"/>
                <a:ea typeface="Malgun Gothic"/>
                <a:cs typeface="Malgun Gothic"/>
                <a:sym typeface="Malgun Gothic"/>
              </a:rPr>
              <a:t>·</a:t>
            </a:r>
            <a:r>
              <a:rPr b="1" lang="en-US" sz="1800">
                <a:solidFill>
                  <a:srgbClr val="D3BFC0"/>
                </a:solidFill>
                <a:latin typeface="Malgun Gothic"/>
                <a:ea typeface="Malgun Gothic"/>
                <a:cs typeface="Malgun Gothic"/>
                <a:sym typeface="Malgun Gothic"/>
              </a:rPr>
              <a:t> 설문</a:t>
            </a:r>
            <a:endParaRPr b="1" sz="1800"/>
          </a:p>
        </p:txBody>
      </p:sp>
      <p:cxnSp>
        <p:nvCxnSpPr>
          <p:cNvPr id="507" name="Google Shape;507;p12"/>
          <p:cNvCxnSpPr/>
          <p:nvPr/>
        </p:nvCxnSpPr>
        <p:spPr>
          <a:xfrm>
            <a:off x="8695921" y="3846988"/>
            <a:ext cx="164700" cy="0"/>
          </a:xfrm>
          <a:prstGeom prst="straightConnector1">
            <a:avLst/>
          </a:prstGeom>
          <a:noFill/>
          <a:ln cap="flat" cmpd="sng" w="19050">
            <a:solidFill>
              <a:srgbClr val="1A1A1A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8040"/>
              </a:srgbClr>
            </a:outerShdw>
          </a:effectLst>
        </p:spPr>
      </p:cxnSp>
      <p:sp>
        <p:nvSpPr>
          <p:cNvPr id="508" name="Google Shape;508;p12"/>
          <p:cNvSpPr/>
          <p:nvPr/>
        </p:nvSpPr>
        <p:spPr>
          <a:xfrm>
            <a:off x="8897100" y="3103324"/>
            <a:ext cx="2444400" cy="13470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9" name="Google Shape;509;p12"/>
          <p:cNvSpPr txBox="1"/>
          <p:nvPr/>
        </p:nvSpPr>
        <p:spPr>
          <a:xfrm>
            <a:off x="9098257" y="3265303"/>
            <a:ext cx="5487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C21620"/>
                </a:solidFill>
                <a:latin typeface="Malgun Gothic"/>
                <a:ea typeface="Malgun Gothic"/>
                <a:cs typeface="Malgun Gothic"/>
                <a:sym typeface="Malgun Gothic"/>
              </a:rPr>
              <a:t>04</a:t>
            </a:r>
            <a:endParaRPr sz="2100"/>
          </a:p>
        </p:txBody>
      </p:sp>
      <p:sp>
        <p:nvSpPr>
          <p:cNvPr id="510" name="Google Shape;510;p12"/>
          <p:cNvSpPr txBox="1"/>
          <p:nvPr/>
        </p:nvSpPr>
        <p:spPr>
          <a:xfrm>
            <a:off x="9098257" y="3664108"/>
            <a:ext cx="2042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기록이</a:t>
            </a:r>
            <a:r>
              <a:rPr b="1" lang="en-US" sz="2100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 남는다</a:t>
            </a:r>
            <a:endParaRPr sz="2100"/>
          </a:p>
        </p:txBody>
      </p:sp>
      <p:sp>
        <p:nvSpPr>
          <p:cNvPr id="511" name="Google Shape;511;p12"/>
          <p:cNvSpPr txBox="1"/>
          <p:nvPr/>
        </p:nvSpPr>
        <p:spPr>
          <a:xfrm>
            <a:off x="850392" y="4585846"/>
            <a:ext cx="27432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C21620"/>
                </a:solidFill>
                <a:latin typeface="Malgun Gothic"/>
                <a:ea typeface="Malgun Gothic"/>
                <a:cs typeface="Malgun Gothic"/>
                <a:sym typeface="Malgun Gothic"/>
              </a:rPr>
              <a:t>무엇을 재는가</a:t>
            </a:r>
            <a:endParaRPr sz="2100"/>
          </a:p>
        </p:txBody>
      </p:sp>
      <p:sp>
        <p:nvSpPr>
          <p:cNvPr id="512" name="Google Shape;512;p12"/>
          <p:cNvSpPr/>
          <p:nvPr/>
        </p:nvSpPr>
        <p:spPr>
          <a:xfrm>
            <a:off x="850400" y="4980491"/>
            <a:ext cx="2327100" cy="6840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3" name="Google Shape;513;p12"/>
          <p:cNvSpPr txBox="1"/>
          <p:nvPr/>
        </p:nvSpPr>
        <p:spPr>
          <a:xfrm>
            <a:off x="981034" y="5175963"/>
            <a:ext cx="19980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봇 색출 정답률</a:t>
            </a:r>
            <a:endParaRPr sz="2100"/>
          </a:p>
        </p:txBody>
      </p:sp>
      <p:sp>
        <p:nvSpPr>
          <p:cNvPr id="514" name="Google Shape;514;p12"/>
          <p:cNvSpPr/>
          <p:nvPr/>
        </p:nvSpPr>
        <p:spPr>
          <a:xfrm>
            <a:off x="3415275" y="4980491"/>
            <a:ext cx="2327100" cy="6840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5" name="Google Shape;515;p12"/>
          <p:cNvSpPr txBox="1"/>
          <p:nvPr/>
        </p:nvSpPr>
        <p:spPr>
          <a:xfrm>
            <a:off x="3545926" y="5175963"/>
            <a:ext cx="19980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봇 티 사유 분포</a:t>
            </a:r>
            <a:endParaRPr sz="2100"/>
          </a:p>
        </p:txBody>
      </p:sp>
      <p:sp>
        <p:nvSpPr>
          <p:cNvPr id="516" name="Google Shape;516;p12"/>
          <p:cNvSpPr/>
          <p:nvPr/>
        </p:nvSpPr>
        <p:spPr>
          <a:xfrm>
            <a:off x="850400" y="5746194"/>
            <a:ext cx="2327100" cy="6840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7" name="Google Shape;517;p12"/>
          <p:cNvSpPr txBox="1"/>
          <p:nvPr/>
        </p:nvSpPr>
        <p:spPr>
          <a:xfrm>
            <a:off x="981024" y="5941643"/>
            <a:ext cx="20787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라이어 게임 승률</a:t>
            </a:r>
            <a:endParaRPr sz="2100"/>
          </a:p>
        </p:txBody>
      </p:sp>
      <p:sp>
        <p:nvSpPr>
          <p:cNvPr id="518" name="Google Shape;518;p12"/>
          <p:cNvSpPr/>
          <p:nvPr/>
        </p:nvSpPr>
        <p:spPr>
          <a:xfrm>
            <a:off x="3415275" y="5746194"/>
            <a:ext cx="2327100" cy="6840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9" name="Google Shape;519;p12"/>
          <p:cNvSpPr txBox="1"/>
          <p:nvPr/>
        </p:nvSpPr>
        <p:spPr>
          <a:xfrm>
            <a:off x="3523291" y="5941643"/>
            <a:ext cx="21960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설문 </a:t>
            </a:r>
            <a:r>
              <a:rPr b="1" lang="en-US" sz="2100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갱신 후 비교</a:t>
            </a:r>
            <a:endParaRPr sz="2100"/>
          </a:p>
        </p:txBody>
      </p:sp>
      <p:sp>
        <p:nvSpPr>
          <p:cNvPr id="520" name="Google Shape;520;p12"/>
          <p:cNvSpPr/>
          <p:nvPr/>
        </p:nvSpPr>
        <p:spPr>
          <a:xfrm>
            <a:off x="6108200" y="4980492"/>
            <a:ext cx="5233500" cy="1347000"/>
          </a:xfrm>
          <a:prstGeom prst="rect">
            <a:avLst/>
          </a:prstGeom>
          <a:solidFill>
            <a:srgbClr val="160607"/>
          </a:solidFill>
          <a:ln cap="flat" cmpd="sng" w="22225">
            <a:solidFill>
              <a:srgbClr val="FF27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1" name="Google Shape;521;p12"/>
          <p:cNvSpPr txBox="1"/>
          <p:nvPr/>
        </p:nvSpPr>
        <p:spPr>
          <a:xfrm>
            <a:off x="6345936" y="5119831"/>
            <a:ext cx="47580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기존 LLM 벤치마크와 다른 점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522" name="Google Shape;522;p12"/>
          <p:cNvSpPr txBox="1"/>
          <p:nvPr/>
        </p:nvSpPr>
        <p:spPr>
          <a:xfrm>
            <a:off x="6345936" y="5586883"/>
            <a:ext cx="4758000" cy="59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5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· 정답을 채점표가 아니라 사람이 정합니다</a:t>
            </a:r>
            <a:endParaRPr b="1" sz="1600">
              <a:solidFill>
                <a:schemeClr val="lt1"/>
              </a:solidFill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5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· 점수와 함께 왜 걸렸는지가 문장으로 남습니다</a:t>
            </a:r>
            <a:endParaRPr b="1" sz="16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27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p13"/>
          <p:cNvSpPr/>
          <p:nvPr/>
        </p:nvSpPr>
        <p:spPr>
          <a:xfrm>
            <a:off x="0" y="0"/>
            <a:ext cx="12191700" cy="1755600"/>
          </a:xfrm>
          <a:prstGeom prst="rect">
            <a:avLst/>
          </a:prstGeom>
          <a:solidFill>
            <a:srgbClr val="16060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9" name="Google Shape;529;p13"/>
          <p:cNvSpPr/>
          <p:nvPr/>
        </p:nvSpPr>
        <p:spPr>
          <a:xfrm>
            <a:off x="0" y="1755648"/>
            <a:ext cx="12191695" cy="32004"/>
          </a:xfrm>
          <a:prstGeom prst="rect">
            <a:avLst/>
          </a:prstGeom>
          <a:solidFill>
            <a:srgbClr val="FF27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0" name="Google Shape;530;p13"/>
          <p:cNvSpPr txBox="1"/>
          <p:nvPr/>
        </p:nvSpPr>
        <p:spPr>
          <a:xfrm>
            <a:off x="850392" y="457200"/>
            <a:ext cx="10490911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2733"/>
              </a:buClr>
              <a:buSzPts val="2100"/>
              <a:buFont typeface="Malgun Gothic"/>
              <a:buNone/>
            </a:pPr>
            <a:r>
              <a:rPr b="1" i="0" lang="en-US" sz="2100" u="none" cap="none" strike="noStrike">
                <a:solidFill>
                  <a:srgbClr val="FF2733"/>
                </a:solidFill>
                <a:latin typeface="Malgun Gothic"/>
                <a:ea typeface="Malgun Gothic"/>
                <a:cs typeface="Malgun Gothic"/>
                <a:sym typeface="Malgun Gothic"/>
              </a:rPr>
              <a:t>SECTION 0</a:t>
            </a:r>
            <a:r>
              <a:rPr b="1" lang="en-US" sz="2100">
                <a:solidFill>
                  <a:srgbClr val="FF2733"/>
                </a:solidFill>
                <a:latin typeface="Malgun Gothic"/>
                <a:ea typeface="Malgun Gothic"/>
                <a:cs typeface="Malgun Gothic"/>
                <a:sym typeface="Malgun Gothic"/>
              </a:rPr>
              <a:t>7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1" name="Google Shape;531;p13"/>
          <p:cNvSpPr txBox="1"/>
          <p:nvPr/>
        </p:nvSpPr>
        <p:spPr>
          <a:xfrm>
            <a:off x="850392" y="804672"/>
            <a:ext cx="78638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3E6E6"/>
              </a:buClr>
              <a:buSzPts val="2600"/>
              <a:buFont typeface="Malgun Gothic"/>
              <a:buNone/>
            </a:pPr>
            <a:r>
              <a:rPr lang="en-US" sz="3200">
                <a:solidFill>
                  <a:srgbClr val="F3E6E6"/>
                </a:solidFill>
                <a:latin typeface="Hahmlet ExtraBold"/>
                <a:ea typeface="Hahmlet ExtraBold"/>
                <a:cs typeface="Hahmlet ExtraBold"/>
                <a:sym typeface="Hahmlet ExtraBold"/>
              </a:rPr>
              <a:t>수익화 모델</a:t>
            </a:r>
            <a:endParaRPr i="0" sz="3200" u="none" cap="none" strike="noStrike">
              <a:solidFill>
                <a:schemeClr val="dk1"/>
              </a:solidFill>
              <a:latin typeface="Hahmlet ExtraBold"/>
              <a:ea typeface="Hahmlet ExtraBold"/>
              <a:cs typeface="Hahmlet ExtraBold"/>
              <a:sym typeface="Hahmlet ExtraBold"/>
            </a:endParaRPr>
          </a:p>
        </p:txBody>
      </p:sp>
      <p:sp>
        <p:nvSpPr>
          <p:cNvPr id="532" name="Google Shape;532;p13"/>
          <p:cNvSpPr/>
          <p:nvPr/>
        </p:nvSpPr>
        <p:spPr>
          <a:xfrm>
            <a:off x="850392" y="2139696"/>
            <a:ext cx="6400800" cy="4248149"/>
          </a:xfrm>
          <a:prstGeom prst="rect">
            <a:avLst/>
          </a:prstGeom>
          <a:solidFill>
            <a:srgbClr val="16060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3" name="Google Shape;533;p13"/>
          <p:cNvSpPr txBox="1"/>
          <p:nvPr/>
        </p:nvSpPr>
        <p:spPr>
          <a:xfrm>
            <a:off x="1170432" y="2433066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2733"/>
              </a:buClr>
              <a:buSzPts val="2600"/>
              <a:buFont typeface="Malgun Gothic"/>
              <a:buNone/>
            </a:pPr>
            <a:r>
              <a:rPr b="1" i="0" lang="en-US" sz="2600" u="none" cap="none" strike="noStrike">
                <a:solidFill>
                  <a:srgbClr val="FF2733"/>
                </a:solidFill>
                <a:latin typeface="Malgun Gothic"/>
                <a:ea typeface="Malgun Gothic"/>
                <a:cs typeface="Malgun Gothic"/>
                <a:sym typeface="Malgun Gothic"/>
              </a:rPr>
              <a:t>MAIN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4" name="Google Shape;534;p13"/>
          <p:cNvSpPr txBox="1"/>
          <p:nvPr/>
        </p:nvSpPr>
        <p:spPr>
          <a:xfrm>
            <a:off x="1170432" y="2838831"/>
            <a:ext cx="57607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3E6E6"/>
              </a:buClr>
              <a:buSzPts val="2400"/>
              <a:buFont typeface="Malgun Gothic"/>
              <a:buNone/>
            </a:pPr>
            <a:r>
              <a:rPr b="1" i="0" lang="en-US" sz="2400" u="none" cap="none" strike="noStrike">
                <a:solidFill>
                  <a:srgbClr val="F3E6E6"/>
                </a:solidFill>
                <a:latin typeface="Malgun Gothic"/>
                <a:ea typeface="Malgun Gothic"/>
                <a:cs typeface="Malgun Gothic"/>
                <a:sym typeface="Malgun Gothic"/>
              </a:rPr>
              <a:t>Google AdSense · 인트로 화면 광고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5" name="Google Shape;535;p13"/>
          <p:cNvSpPr txBox="1"/>
          <p:nvPr/>
        </p:nvSpPr>
        <p:spPr>
          <a:xfrm>
            <a:off x="1170432" y="3376803"/>
            <a:ext cx="914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FF2733"/>
              </a:buClr>
              <a:buSzPts val="2100"/>
              <a:buFont typeface="Malgun Gothic"/>
              <a:buNone/>
            </a:pPr>
            <a:r>
              <a:rPr b="1" i="0" lang="en-US" sz="2100" u="none" cap="none" strike="noStrike">
                <a:solidFill>
                  <a:srgbClr val="FF2733"/>
                </a:solidFill>
                <a:latin typeface="Malgun Gothic"/>
                <a:ea typeface="Malgun Gothic"/>
                <a:cs typeface="Malgun Gothic"/>
                <a:sym typeface="Malgun Gothic"/>
              </a:rPr>
              <a:t>어디에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6" name="Google Shape;536;p13"/>
          <p:cNvSpPr txBox="1"/>
          <p:nvPr/>
        </p:nvSpPr>
        <p:spPr>
          <a:xfrm>
            <a:off x="2176272" y="3386328"/>
            <a:ext cx="488823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D3BFC0"/>
              </a:buClr>
              <a:buSzPts val="1400"/>
              <a:buFont typeface="Malgun Gothic"/>
              <a:buNone/>
            </a:pPr>
            <a:r>
              <a:rPr b="0" i="0" lang="en-US" sz="1400" u="none" cap="none" strike="noStrike">
                <a:solidFill>
                  <a:srgbClr val="D3BFC0"/>
                </a:solidFill>
                <a:latin typeface="Malgun Gothic"/>
                <a:ea typeface="Malgun Gothic"/>
                <a:cs typeface="Malgun Gothic"/>
                <a:sym typeface="Malgun Gothic"/>
              </a:rPr>
              <a:t>랜딩 · 대기실 등 게임 시작 전 인트로 화면에만 배치합니다.</a:t>
            </a:r>
            <a:endParaRPr b="0" i="0" sz="1400" u="none" cap="none" strike="noStrike">
              <a:solidFill>
                <a:srgbClr val="D3BFC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37" name="Google Shape;537;p13"/>
          <p:cNvSpPr txBox="1"/>
          <p:nvPr/>
        </p:nvSpPr>
        <p:spPr>
          <a:xfrm>
            <a:off x="1170432" y="4037457"/>
            <a:ext cx="1249256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FF2733"/>
              </a:buClr>
              <a:buSzPts val="1600"/>
              <a:buFont typeface="Malgun Gothic"/>
              <a:buNone/>
            </a:pPr>
            <a:r>
              <a:rPr b="1" i="0" lang="en-US" sz="1600" u="none" cap="none" strike="noStrike">
                <a:solidFill>
                  <a:srgbClr val="FF2733"/>
                </a:solidFill>
                <a:latin typeface="Malgun Gothic"/>
                <a:ea typeface="Malgun Gothic"/>
                <a:cs typeface="Malgun Gothic"/>
                <a:sym typeface="Malgun Gothic"/>
              </a:rPr>
              <a:t>왜 거기만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8" name="Google Shape;538;p13"/>
          <p:cNvSpPr txBox="1"/>
          <p:nvPr/>
        </p:nvSpPr>
        <p:spPr>
          <a:xfrm>
            <a:off x="2176272" y="4066032"/>
            <a:ext cx="47548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D3BFC0"/>
              </a:buClr>
              <a:buSzPts val="1300"/>
              <a:buFont typeface="Malgun Gothic"/>
              <a:buNone/>
            </a:pPr>
            <a:r>
              <a:rPr b="0" i="0" lang="en-US" sz="1300" u="none" cap="none" strike="noStrike">
                <a:solidFill>
                  <a:srgbClr val="D3BFC0"/>
                </a:solidFill>
                <a:latin typeface="Malgun Gothic"/>
                <a:ea typeface="Malgun Gothic"/>
                <a:cs typeface="Malgun Gothic"/>
                <a:sym typeface="Malgun Gothic"/>
              </a:rPr>
              <a:t>게임 화면에는 넣지 않습니다 — 몰입을 깨고, 화면 정보와 섞이면 안 됩니다.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9" name="Google Shape;539;p13"/>
          <p:cNvSpPr txBox="1"/>
          <p:nvPr/>
        </p:nvSpPr>
        <p:spPr>
          <a:xfrm>
            <a:off x="1170432" y="4802886"/>
            <a:ext cx="914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FF2733"/>
              </a:buClr>
              <a:buSzPts val="2100"/>
              <a:buFont typeface="Malgun Gothic"/>
              <a:buNone/>
            </a:pPr>
            <a:r>
              <a:rPr b="1" i="0" lang="en-US" sz="2100" u="none" cap="none" strike="noStrike">
                <a:solidFill>
                  <a:srgbClr val="FF2733"/>
                </a:solidFill>
                <a:latin typeface="Malgun Gothic"/>
                <a:ea typeface="Malgun Gothic"/>
                <a:cs typeface="Malgun Gothic"/>
                <a:sym typeface="Malgun Gothic"/>
              </a:rPr>
              <a:t>목적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0" name="Google Shape;540;p13"/>
          <p:cNvSpPr txBox="1"/>
          <p:nvPr/>
        </p:nvSpPr>
        <p:spPr>
          <a:xfrm>
            <a:off x="2176272" y="4821936"/>
            <a:ext cx="47548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D3BFC0"/>
              </a:buClr>
              <a:buSzPts val="1300"/>
              <a:buFont typeface="Malgun Gothic"/>
              <a:buNone/>
            </a:pPr>
            <a:r>
              <a:rPr b="0" i="0" lang="en-US" sz="1300" u="none" cap="none" strike="noStrike">
                <a:solidFill>
                  <a:srgbClr val="D3BFC0"/>
                </a:solidFill>
                <a:latin typeface="Malgun Gothic"/>
                <a:ea typeface="Malgun Gothic"/>
                <a:cs typeface="Malgun Gothic"/>
                <a:sym typeface="Malgun Gothic"/>
              </a:rPr>
              <a:t>큰 수익이 아니라 서버 유지비 충당입니다. 트래픽이 없는 지금 단계에서 즉시 실행 가능한 유일한 모델입니다.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1" name="Google Shape;541;p13"/>
          <p:cNvSpPr txBox="1"/>
          <p:nvPr/>
        </p:nvSpPr>
        <p:spPr>
          <a:xfrm>
            <a:off x="1170432" y="5568315"/>
            <a:ext cx="914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FF2733"/>
              </a:buClr>
              <a:buSzPts val="2100"/>
              <a:buFont typeface="Malgun Gothic"/>
              <a:buNone/>
            </a:pPr>
            <a:r>
              <a:rPr b="1" i="0" lang="en-US" sz="2100" u="none" cap="none" strike="noStrike">
                <a:solidFill>
                  <a:srgbClr val="FF2733"/>
                </a:solidFill>
                <a:latin typeface="Malgun Gothic"/>
                <a:ea typeface="Malgun Gothic"/>
                <a:cs typeface="Malgun Gothic"/>
                <a:sym typeface="Malgun Gothic"/>
              </a:rPr>
              <a:t>한계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2" name="Google Shape;542;p13"/>
          <p:cNvSpPr txBox="1"/>
          <p:nvPr/>
        </p:nvSpPr>
        <p:spPr>
          <a:xfrm>
            <a:off x="2176272" y="5596890"/>
            <a:ext cx="47548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D3BFC0"/>
              </a:buClr>
              <a:buSzPts val="1300"/>
              <a:buFont typeface="Malgun Gothic"/>
              <a:buNone/>
            </a:pPr>
            <a:r>
              <a:rPr b="0" i="0" lang="en-US" sz="1300" u="none" cap="none" strike="noStrike">
                <a:solidFill>
                  <a:srgbClr val="D3BFC0"/>
                </a:solidFill>
                <a:latin typeface="Malgun Gothic"/>
                <a:ea typeface="Malgun Gothic"/>
                <a:cs typeface="Malgun Gothic"/>
                <a:sym typeface="Malgun Gothic"/>
              </a:rPr>
              <a:t>애드블록 사용자에게는 애초에 노출되지 않습니다. 같은 이유로 “광고 제거 유료화”는 기각했습니다.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3" name="Google Shape;543;p13"/>
          <p:cNvSpPr txBox="1"/>
          <p:nvPr/>
        </p:nvSpPr>
        <p:spPr>
          <a:xfrm>
            <a:off x="7662672" y="2272284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21620"/>
              </a:buClr>
              <a:buSzPts val="2600"/>
              <a:buFont typeface="Malgun Gothic"/>
              <a:buNone/>
            </a:pPr>
            <a:r>
              <a:rPr b="1" i="0" lang="en-US" sz="2600" u="none" cap="none" strike="noStrike">
                <a:solidFill>
                  <a:srgbClr val="C21620"/>
                </a:solidFill>
                <a:latin typeface="Malgun Gothic"/>
                <a:ea typeface="Malgun Gothic"/>
                <a:cs typeface="Malgun Gothic"/>
                <a:sym typeface="Malgun Gothic"/>
              </a:rPr>
              <a:t>SUB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4" name="Google Shape;544;p13"/>
          <p:cNvSpPr txBox="1"/>
          <p:nvPr/>
        </p:nvSpPr>
        <p:spPr>
          <a:xfrm>
            <a:off x="7662672" y="2650236"/>
            <a:ext cx="3678631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100"/>
              <a:buFont typeface="Malgun Gothic"/>
              <a:buNone/>
            </a:pPr>
            <a:r>
              <a:rPr b="1" i="0" lang="en-US" sz="2100" u="none" cap="none" strike="noStrike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영어 버전 글로벌 동시 런칭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5" name="Google Shape;545;p13"/>
          <p:cNvSpPr txBox="1"/>
          <p:nvPr/>
        </p:nvSpPr>
        <p:spPr>
          <a:xfrm>
            <a:off x="7662673" y="3069336"/>
            <a:ext cx="4408882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575757"/>
              </a:buClr>
              <a:buSzPts val="1600"/>
              <a:buFont typeface="Malgun Gothic"/>
              <a:buNone/>
            </a:pPr>
            <a:r>
              <a:rPr b="0" i="0" lang="en-US" sz="1600" u="none" cap="none" strike="noStrike">
                <a:solidFill>
                  <a:srgbClr val="575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· 개발 리소스는 1회, 언어만 추가하면 됩니다</a:t>
            </a:r>
            <a:endParaRPr b="0" i="0" sz="1600" u="none" cap="none" strike="noStrike">
              <a:solidFill>
                <a:srgbClr val="575757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575757"/>
              </a:buClr>
              <a:buSzPts val="1600"/>
              <a:buFont typeface="Malgun Gothic"/>
              <a:buNone/>
            </a:pPr>
            <a:r>
              <a:rPr b="0" i="0" lang="en-US" sz="1600" u="none" cap="none" strike="noStrike">
                <a:solidFill>
                  <a:srgbClr val="575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· 텍스트 UI라 현지화 비용이 낮습니다</a:t>
            </a:r>
            <a:endParaRPr b="0" i="0" sz="1600" u="none" cap="none" strike="noStrike">
              <a:solidFill>
                <a:srgbClr val="575757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575757"/>
              </a:buClr>
              <a:buSzPts val="1600"/>
              <a:buFont typeface="Malgun Gothic"/>
              <a:buNone/>
            </a:pPr>
            <a:r>
              <a:rPr b="0" i="0" lang="en-US" sz="1600" u="none" cap="none" strike="noStrike">
                <a:solidFill>
                  <a:srgbClr val="575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· K-컬처 확산 경로 — BTS 뷔 방송 후</a:t>
            </a:r>
            <a:endParaRPr b="0" i="0" sz="1600" u="none" cap="none" strike="noStrike">
              <a:solidFill>
                <a:srgbClr val="575757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575757"/>
              </a:buClr>
              <a:buSzPts val="1600"/>
              <a:buFont typeface="Malgun Gothic"/>
              <a:buNone/>
            </a:pPr>
            <a:r>
              <a:rPr b="0" i="0" lang="en-US" sz="1600" u="none" cap="none" strike="noStrike">
                <a:solidFill>
                  <a:srgbClr val="575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  Goose Goose Duck 동시접속 100배 사례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50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Google Shape;551;p15"/>
          <p:cNvSpPr/>
          <p:nvPr/>
        </p:nvSpPr>
        <p:spPr>
          <a:xfrm>
            <a:off x="0" y="0"/>
            <a:ext cx="12191700" cy="1755600"/>
          </a:xfrm>
          <a:prstGeom prst="rect">
            <a:avLst/>
          </a:prstGeom>
          <a:solidFill>
            <a:srgbClr val="16060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2" name="Google Shape;552;p15"/>
          <p:cNvSpPr/>
          <p:nvPr/>
        </p:nvSpPr>
        <p:spPr>
          <a:xfrm>
            <a:off x="0" y="1755648"/>
            <a:ext cx="12191695" cy="32004"/>
          </a:xfrm>
          <a:prstGeom prst="rect">
            <a:avLst/>
          </a:prstGeom>
          <a:solidFill>
            <a:srgbClr val="FF27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3" name="Google Shape;553;p15"/>
          <p:cNvSpPr txBox="1"/>
          <p:nvPr/>
        </p:nvSpPr>
        <p:spPr>
          <a:xfrm>
            <a:off x="850392" y="457200"/>
            <a:ext cx="10490911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2733"/>
              </a:buClr>
              <a:buSzPts val="2100"/>
              <a:buFont typeface="Malgun Gothic"/>
              <a:buNone/>
            </a:pPr>
            <a:r>
              <a:rPr b="1" i="0" lang="en-US" sz="2100" u="none" cap="none" strike="noStrike">
                <a:solidFill>
                  <a:srgbClr val="FF2733"/>
                </a:solidFill>
                <a:latin typeface="Malgun Gothic"/>
                <a:ea typeface="Malgun Gothic"/>
                <a:cs typeface="Malgun Gothic"/>
                <a:sym typeface="Malgun Gothic"/>
              </a:rPr>
              <a:t>SECTION 08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4" name="Google Shape;554;p15"/>
          <p:cNvSpPr txBox="1"/>
          <p:nvPr/>
        </p:nvSpPr>
        <p:spPr>
          <a:xfrm>
            <a:off x="850392" y="804672"/>
            <a:ext cx="78638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3E6E6"/>
              </a:buClr>
              <a:buSzPts val="3000"/>
              <a:buFont typeface="Malgun Gothic"/>
              <a:buNone/>
            </a:pPr>
            <a:r>
              <a:rPr i="0" lang="en-US" sz="3200" u="none" cap="none" strike="noStrike">
                <a:solidFill>
                  <a:srgbClr val="F3E6E6"/>
                </a:solidFill>
                <a:latin typeface="Hahmlet ExtraBold"/>
                <a:ea typeface="Hahmlet ExtraBold"/>
                <a:cs typeface="Hahmlet ExtraBold"/>
                <a:sym typeface="Hahmlet ExtraBold"/>
              </a:rPr>
              <a:t>개발 히스토리와 결론</a:t>
            </a:r>
            <a:endParaRPr i="0" sz="3200" u="none" cap="none" strike="noStrike">
              <a:solidFill>
                <a:schemeClr val="dk1"/>
              </a:solidFill>
              <a:latin typeface="Hahmlet ExtraBold"/>
              <a:ea typeface="Hahmlet ExtraBold"/>
              <a:cs typeface="Hahmlet ExtraBold"/>
              <a:sym typeface="Hahmlet ExtraBold"/>
            </a:endParaRPr>
          </a:p>
        </p:txBody>
      </p:sp>
      <p:sp>
        <p:nvSpPr>
          <p:cNvPr id="555" name="Google Shape;555;p15"/>
          <p:cNvSpPr/>
          <p:nvPr/>
        </p:nvSpPr>
        <p:spPr>
          <a:xfrm>
            <a:off x="850392" y="2284370"/>
            <a:ext cx="10491000" cy="11100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6" name="Google Shape;556;p15"/>
          <p:cNvSpPr/>
          <p:nvPr/>
        </p:nvSpPr>
        <p:spPr>
          <a:xfrm>
            <a:off x="868680" y="2174642"/>
            <a:ext cx="228600" cy="228600"/>
          </a:xfrm>
          <a:prstGeom prst="ellipse">
            <a:avLst/>
          </a:prstGeom>
          <a:solidFill>
            <a:srgbClr val="1A1A1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7" name="Google Shape;557;p15"/>
          <p:cNvSpPr txBox="1"/>
          <p:nvPr/>
        </p:nvSpPr>
        <p:spPr>
          <a:xfrm>
            <a:off x="1088045" y="2503826"/>
            <a:ext cx="1596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100"/>
              <a:buFont typeface="Malgun Gothic"/>
              <a:buNone/>
            </a:pPr>
            <a:r>
              <a:rPr b="1" lang="en-US" sz="2100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초기 </a:t>
            </a:r>
            <a:r>
              <a:rPr b="1" i="0" lang="en-US" sz="2100" u="none" cap="none" strike="noStrike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기획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8" name="Google Shape;558;p15"/>
          <p:cNvSpPr txBox="1"/>
          <p:nvPr/>
        </p:nvSpPr>
        <p:spPr>
          <a:xfrm>
            <a:off x="1088045" y="2974290"/>
            <a:ext cx="15960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75757"/>
              </a:buClr>
              <a:buSzPts val="1400"/>
              <a:buFont typeface="Malgun Gothic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봇 여러 명이 섞인 마피아 게임</a:t>
            </a:r>
            <a:endParaRPr b="0" i="0" sz="14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59" name="Google Shape;559;p15"/>
          <p:cNvSpPr/>
          <p:nvPr/>
        </p:nvSpPr>
        <p:spPr>
          <a:xfrm>
            <a:off x="2647645" y="2174642"/>
            <a:ext cx="228600" cy="228600"/>
          </a:xfrm>
          <a:prstGeom prst="ellipse">
            <a:avLst/>
          </a:prstGeom>
          <a:solidFill>
            <a:srgbClr val="1A1A1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0" name="Google Shape;560;p15"/>
          <p:cNvSpPr txBox="1"/>
          <p:nvPr/>
        </p:nvSpPr>
        <p:spPr>
          <a:xfrm>
            <a:off x="2867010" y="2503826"/>
            <a:ext cx="1596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100"/>
              <a:buFont typeface="Malgun Gothic"/>
              <a:buNone/>
            </a:pPr>
            <a:r>
              <a:rPr b="1" i="0" lang="en-US" sz="2100" u="none" cap="none" strike="noStrike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기획 </a:t>
            </a:r>
            <a:r>
              <a:rPr b="1" lang="en-US" sz="2100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확정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1" name="Google Shape;561;p15"/>
          <p:cNvSpPr txBox="1"/>
          <p:nvPr/>
        </p:nvSpPr>
        <p:spPr>
          <a:xfrm>
            <a:off x="2857485" y="2987398"/>
            <a:ext cx="19116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75757"/>
              </a:buClr>
              <a:buSzPts val="1300"/>
              <a:buFont typeface="Malgun Gothic"/>
              <a:buNone/>
            </a:pPr>
            <a:r>
              <a:rPr b="0" i="0" lang="en-US" sz="13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라이어 게임으로 변경</a:t>
            </a:r>
            <a:endParaRPr b="0" i="0" sz="15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75757"/>
              </a:buClr>
              <a:buSzPts val="1400"/>
              <a:buFont typeface="Malgun Gothic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봇 1명 고정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2" name="Google Shape;562;p15"/>
          <p:cNvSpPr/>
          <p:nvPr/>
        </p:nvSpPr>
        <p:spPr>
          <a:xfrm>
            <a:off x="4426610" y="2174642"/>
            <a:ext cx="228600" cy="228600"/>
          </a:xfrm>
          <a:prstGeom prst="ellipse">
            <a:avLst/>
          </a:prstGeom>
          <a:solidFill>
            <a:srgbClr val="1A1A1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3" name="Google Shape;563;p15"/>
          <p:cNvSpPr txBox="1"/>
          <p:nvPr/>
        </p:nvSpPr>
        <p:spPr>
          <a:xfrm>
            <a:off x="4645975" y="2503826"/>
            <a:ext cx="1596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100"/>
              <a:buFont typeface="Malgun Gothic"/>
              <a:buNone/>
            </a:pPr>
            <a:r>
              <a:rPr b="1" i="0" lang="en-US" sz="2100" u="none" cap="none" strike="noStrike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중간발표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4" name="Google Shape;564;p15"/>
          <p:cNvSpPr txBox="1"/>
          <p:nvPr/>
        </p:nvSpPr>
        <p:spPr>
          <a:xfrm>
            <a:off x="4655500" y="2887339"/>
            <a:ext cx="15960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75757"/>
              </a:buClr>
              <a:buSzPts val="1800"/>
              <a:buFont typeface="Malgun Gothic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배포 완료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5" name="Google Shape;565;p15"/>
          <p:cNvSpPr/>
          <p:nvPr/>
        </p:nvSpPr>
        <p:spPr>
          <a:xfrm>
            <a:off x="6205576" y="2174642"/>
            <a:ext cx="228600" cy="228600"/>
          </a:xfrm>
          <a:prstGeom prst="ellipse">
            <a:avLst/>
          </a:prstGeom>
          <a:solidFill>
            <a:srgbClr val="1A1A1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6" name="Google Shape;566;p15"/>
          <p:cNvSpPr txBox="1"/>
          <p:nvPr/>
        </p:nvSpPr>
        <p:spPr>
          <a:xfrm>
            <a:off x="6424941" y="2503826"/>
            <a:ext cx="1596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100"/>
              <a:buFont typeface="Malgun Gothic"/>
              <a:buNone/>
            </a:pPr>
            <a:r>
              <a:rPr b="1" lang="en-US" sz="2100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피드백 반영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7" name="Google Shape;567;p15"/>
          <p:cNvSpPr txBox="1"/>
          <p:nvPr/>
        </p:nvSpPr>
        <p:spPr>
          <a:xfrm>
            <a:off x="6396366" y="3011824"/>
            <a:ext cx="15960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75757"/>
              </a:buClr>
              <a:buSzPts val="1600"/>
              <a:buFont typeface="Malgun Gothic"/>
              <a:buNone/>
            </a:pPr>
            <a:r>
              <a:rPr lang="en-US" sz="16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리플레이 · </a:t>
            </a:r>
            <a:r>
              <a:rPr b="0" i="0" lang="en-US" sz="16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학습 · 방목록</a:t>
            </a:r>
            <a:endParaRPr b="0" i="0" sz="16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68" name="Google Shape;568;p15"/>
          <p:cNvSpPr/>
          <p:nvPr/>
        </p:nvSpPr>
        <p:spPr>
          <a:xfrm>
            <a:off x="7984541" y="2174642"/>
            <a:ext cx="228600" cy="228600"/>
          </a:xfrm>
          <a:prstGeom prst="ellipse">
            <a:avLst/>
          </a:prstGeom>
          <a:solidFill>
            <a:srgbClr val="1A1A1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9" name="Google Shape;569;p15"/>
          <p:cNvSpPr txBox="1"/>
          <p:nvPr/>
        </p:nvSpPr>
        <p:spPr>
          <a:xfrm>
            <a:off x="8203906" y="2503826"/>
            <a:ext cx="1596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100"/>
              <a:buFont typeface="Malgun Gothic"/>
              <a:buNone/>
            </a:pPr>
            <a:r>
              <a:rPr b="1" i="0" lang="en-US" sz="2100" u="none" cap="none" strike="noStrike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기능 동결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0" name="Google Shape;570;p15"/>
          <p:cNvSpPr txBox="1"/>
          <p:nvPr/>
        </p:nvSpPr>
        <p:spPr>
          <a:xfrm>
            <a:off x="8203906" y="2870081"/>
            <a:ext cx="15960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75757"/>
              </a:buClr>
              <a:buSzPts val="1800"/>
              <a:buFont typeface="Malgun Gothic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이후 안정화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1" name="Google Shape;571;p15"/>
          <p:cNvSpPr/>
          <p:nvPr/>
        </p:nvSpPr>
        <p:spPr>
          <a:xfrm>
            <a:off x="9763506" y="2174642"/>
            <a:ext cx="228600" cy="228600"/>
          </a:xfrm>
          <a:prstGeom prst="ellipse">
            <a:avLst/>
          </a:prstGeom>
          <a:solidFill>
            <a:srgbClr val="C2162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2" name="Google Shape;572;p15"/>
          <p:cNvSpPr txBox="1"/>
          <p:nvPr/>
        </p:nvSpPr>
        <p:spPr>
          <a:xfrm>
            <a:off x="9982871" y="2503826"/>
            <a:ext cx="1596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21620"/>
              </a:buClr>
              <a:buSzPts val="2100"/>
              <a:buFont typeface="Malgun Gothic"/>
              <a:buNone/>
            </a:pPr>
            <a:r>
              <a:rPr b="1" i="0" lang="en-US" sz="2100" u="none" cap="none" strike="noStrike">
                <a:solidFill>
                  <a:srgbClr val="C21620"/>
                </a:solidFill>
                <a:latin typeface="Malgun Gothic"/>
                <a:ea typeface="Malgun Gothic"/>
                <a:cs typeface="Malgun Gothic"/>
                <a:sym typeface="Malgun Gothic"/>
              </a:rPr>
              <a:t>최종 발표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3" name="Google Shape;573;p15"/>
          <p:cNvSpPr txBox="1"/>
          <p:nvPr/>
        </p:nvSpPr>
        <p:spPr>
          <a:xfrm>
            <a:off x="9992396" y="2894506"/>
            <a:ext cx="15960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75757"/>
              </a:buClr>
              <a:buSzPts val="2100"/>
              <a:buFont typeface="Malgun Gothic"/>
              <a:buNone/>
            </a:pPr>
            <a:r>
              <a:rPr b="0" i="0" lang="en-US" sz="21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오늘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4" name="Google Shape;574;p15"/>
          <p:cNvSpPr/>
          <p:nvPr/>
        </p:nvSpPr>
        <p:spPr>
          <a:xfrm>
            <a:off x="850392" y="3781497"/>
            <a:ext cx="10491000" cy="11100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5" name="Google Shape;575;p15"/>
          <p:cNvSpPr txBox="1"/>
          <p:nvPr/>
        </p:nvSpPr>
        <p:spPr>
          <a:xfrm>
            <a:off x="840867" y="4031082"/>
            <a:ext cx="1596000" cy="25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21620"/>
              </a:buClr>
              <a:buSzPts val="2100"/>
              <a:buFont typeface="Malgun Gothic"/>
              <a:buNone/>
            </a:pPr>
            <a:r>
              <a:rPr b="1" i="0" lang="en-US" sz="2100" u="none" cap="none" strike="noStrike">
                <a:solidFill>
                  <a:srgbClr val="C21620"/>
                </a:solidFill>
                <a:latin typeface="Malgun Gothic"/>
                <a:ea typeface="Malgun Gothic"/>
                <a:cs typeface="Malgun Gothic"/>
                <a:sym typeface="Malgun Gothic"/>
              </a:rPr>
              <a:t>누적 변화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6" name="Google Shape;576;p15"/>
          <p:cNvSpPr txBox="1"/>
          <p:nvPr/>
        </p:nvSpPr>
        <p:spPr>
          <a:xfrm>
            <a:off x="2660142" y="4002024"/>
            <a:ext cx="234840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800"/>
              <a:buFont typeface="Malgun Gothic"/>
              <a:buNone/>
            </a:pPr>
            <a:r>
              <a:rPr b="1" lang="en-US" sz="1800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파일 수 </a:t>
            </a:r>
            <a:r>
              <a:rPr b="1" i="0" lang="en-US" sz="1800" u="none" cap="none" strike="noStrike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28 → </a:t>
            </a:r>
            <a:r>
              <a:rPr b="1" lang="en-US" sz="1800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86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7" name="Google Shape;577;p15"/>
          <p:cNvSpPr txBox="1"/>
          <p:nvPr/>
        </p:nvSpPr>
        <p:spPr>
          <a:xfrm>
            <a:off x="2660142" y="4323969"/>
            <a:ext cx="234840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75757"/>
              </a:buClr>
              <a:buSzPts val="1600"/>
              <a:buFont typeface="Malgun Gothic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8" name="Google Shape;578;p15"/>
          <p:cNvSpPr txBox="1"/>
          <p:nvPr/>
        </p:nvSpPr>
        <p:spPr>
          <a:xfrm>
            <a:off x="4760787" y="4024658"/>
            <a:ext cx="2348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800"/>
              <a:buFont typeface="Malgun Gothic"/>
              <a:buNone/>
            </a:pPr>
            <a:r>
              <a:rPr b="1" i="0" lang="en-US" sz="1800" u="none" cap="none" strike="noStrike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메모리 → DB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9" name="Google Shape;579;p15"/>
          <p:cNvSpPr txBox="1"/>
          <p:nvPr/>
        </p:nvSpPr>
        <p:spPr>
          <a:xfrm>
            <a:off x="6699575" y="4011550"/>
            <a:ext cx="2792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800"/>
              <a:buFont typeface="Malgun Gothic"/>
              <a:buNone/>
            </a:pPr>
            <a:r>
              <a:rPr b="1" lang="en-US" sz="1800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배포 : </a:t>
            </a:r>
            <a:r>
              <a:rPr b="1" i="0" lang="en-US" sz="1800" u="none" cap="none" strike="noStrike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미정 → Railway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0" name="Google Shape;580;p15"/>
          <p:cNvSpPr txBox="1"/>
          <p:nvPr/>
        </p:nvSpPr>
        <p:spPr>
          <a:xfrm>
            <a:off x="9461525" y="4002024"/>
            <a:ext cx="234840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800"/>
              <a:buFont typeface="Malgun Gothic"/>
              <a:buNone/>
            </a:pPr>
            <a:r>
              <a:rPr b="1" lang="en-US" sz="1800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화면 : </a:t>
            </a:r>
            <a:r>
              <a:rPr b="1" i="0" lang="en-US" sz="1800" u="none" cap="none" strike="noStrike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13개 → </a:t>
            </a:r>
            <a:r>
              <a:rPr b="1" lang="en-US" sz="1800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6</a:t>
            </a:r>
            <a:r>
              <a:rPr b="1" i="0" lang="en-US" sz="1800" u="none" cap="none" strike="noStrike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개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81" name="Google Shape;581;p15"/>
          <p:cNvGrpSpPr/>
          <p:nvPr/>
        </p:nvGrpSpPr>
        <p:grpSpPr>
          <a:xfrm>
            <a:off x="850392" y="4792980"/>
            <a:ext cx="10490911" cy="1810512"/>
            <a:chOff x="850392" y="4754880"/>
            <a:chExt cx="10490911" cy="1810512"/>
          </a:xfrm>
        </p:grpSpPr>
        <p:sp>
          <p:nvSpPr>
            <p:cNvPr id="582" name="Google Shape;582;p15"/>
            <p:cNvSpPr/>
            <p:nvPr/>
          </p:nvSpPr>
          <p:spPr>
            <a:xfrm>
              <a:off x="850392" y="4754880"/>
              <a:ext cx="10490911" cy="1810512"/>
            </a:xfrm>
            <a:prstGeom prst="rect">
              <a:avLst/>
            </a:prstGeom>
            <a:solidFill>
              <a:srgbClr val="16060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3" name="Google Shape;583;p15"/>
            <p:cNvSpPr txBox="1"/>
            <p:nvPr/>
          </p:nvSpPr>
          <p:spPr>
            <a:xfrm>
              <a:off x="1216152" y="4944999"/>
              <a:ext cx="9759391" cy="23774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FF2733"/>
                </a:buClr>
                <a:buSzPts val="2600"/>
                <a:buFont typeface="Malgun Gothic"/>
                <a:buNone/>
              </a:pPr>
              <a:r>
                <a:rPr b="1" i="0" lang="en-US" sz="2600" u="none" cap="none" strike="noStrike">
                  <a:solidFill>
                    <a:srgbClr val="FF2733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결론 — </a:t>
              </a:r>
              <a:r>
                <a:rPr b="1" lang="en-US" sz="2600">
                  <a:solidFill>
                    <a:srgbClr val="FF2733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ㅁㄴㅇㄹ</a:t>
              </a:r>
              <a:endParaRPr b="0" i="0" sz="2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4" name="Google Shape;584;p15"/>
            <p:cNvSpPr txBox="1"/>
            <p:nvPr/>
          </p:nvSpPr>
          <p:spPr>
            <a:xfrm>
              <a:off x="1216152" y="5294757"/>
              <a:ext cx="9759391" cy="7772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3E6E6"/>
                </a:buClr>
                <a:buSzPts val="2100"/>
                <a:buFont typeface="Malgun Gothic"/>
                <a:buNone/>
              </a:pPr>
              <a:r>
                <a:rPr b="1" lang="en-US" sz="2100">
                  <a:solidFill>
                    <a:srgbClr val="F3E6E6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ㅁㄴㅇㄹ</a:t>
              </a:r>
              <a:endPara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5" name="Google Shape;585;p15"/>
            <p:cNvSpPr txBox="1"/>
            <p:nvPr/>
          </p:nvSpPr>
          <p:spPr>
            <a:xfrm>
              <a:off x="1216152" y="6162294"/>
              <a:ext cx="9850831" cy="2743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D3BFC0"/>
                </a:buClr>
                <a:buSzPts val="1300"/>
                <a:buFont typeface="Malgun Gothic"/>
                <a:buNone/>
              </a:pPr>
              <a:r>
                <a:rPr b="1" lang="en-US" sz="1300">
                  <a:solidFill>
                    <a:srgbClr val="D3BFC0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ㅁㄴㅇㄹ</a:t>
              </a:r>
              <a:endParaRPr b="1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60607"/>
        </a:solidFill>
      </p:bgPr>
    </p:bg>
    <p:spTree>
      <p:nvGrpSpPr>
        <p:cNvPr id="590" name="Shape 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Google Shape;591;p16"/>
          <p:cNvSpPr txBox="1"/>
          <p:nvPr/>
        </p:nvSpPr>
        <p:spPr>
          <a:xfrm>
            <a:off x="448950" y="2016081"/>
            <a:ext cx="112941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000" u="sng">
                <a:solidFill>
                  <a:schemeClr val="hlink"/>
                </a:solidFill>
                <a:latin typeface="Malgun Gothic"/>
                <a:ea typeface="Malgun Gothic"/>
                <a:cs typeface="Malgun Gothic"/>
                <a:sym typeface="Malgun Gothic"/>
                <a:hlinkClick r:id="rId3"/>
              </a:rPr>
              <a:t>https://zeteo-deploy.up.railway.app/</a:t>
            </a:r>
            <a:endParaRPr b="1" sz="50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592" name="Google Shape;592;p16"/>
          <p:cNvGrpSpPr/>
          <p:nvPr/>
        </p:nvGrpSpPr>
        <p:grpSpPr>
          <a:xfrm>
            <a:off x="1850742" y="3081099"/>
            <a:ext cx="3485700" cy="3464132"/>
            <a:chOff x="769550" y="3107168"/>
            <a:chExt cx="3485700" cy="3464132"/>
          </a:xfrm>
        </p:grpSpPr>
        <p:sp>
          <p:nvSpPr>
            <p:cNvPr id="593" name="Google Shape;593;p16"/>
            <p:cNvSpPr/>
            <p:nvPr/>
          </p:nvSpPr>
          <p:spPr>
            <a:xfrm>
              <a:off x="769550" y="3141100"/>
              <a:ext cx="3485700" cy="3430200"/>
            </a:xfrm>
            <a:prstGeom prst="roundRect">
              <a:avLst>
                <a:gd fmla="val 16667" name="adj"/>
              </a:avLst>
            </a:prstGeom>
            <a:solidFill>
              <a:srgbClr val="5B0F00"/>
            </a:solidFill>
            <a:ln cap="flat" cmpd="sng" w="38100">
              <a:solidFill>
                <a:srgbClr val="CC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4" name="Google Shape;594;p16"/>
            <p:cNvSpPr txBox="1"/>
            <p:nvPr/>
          </p:nvSpPr>
          <p:spPr>
            <a:xfrm>
              <a:off x="1641575" y="3107168"/>
              <a:ext cx="1720500" cy="687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600">
                  <a:solidFill>
                    <a:schemeClr val="lt1"/>
                  </a:solidFill>
                </a:rPr>
                <a:t>ZETEO</a:t>
              </a:r>
              <a:endParaRPr sz="3600">
                <a:solidFill>
                  <a:schemeClr val="lt1"/>
                </a:solidFill>
              </a:endParaRPr>
            </a:p>
          </p:txBody>
        </p:sp>
        <p:sp>
          <p:nvSpPr>
            <p:cNvPr id="595" name="Google Shape;595;p16"/>
            <p:cNvSpPr txBox="1"/>
            <p:nvPr/>
          </p:nvSpPr>
          <p:spPr>
            <a:xfrm>
              <a:off x="1397150" y="3761760"/>
              <a:ext cx="2230500" cy="60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>
                  <a:solidFill>
                    <a:schemeClr val="lt1"/>
                  </a:solidFill>
                  <a:latin typeface="Hahmlet ExtraBold"/>
                  <a:ea typeface="Hahmlet ExtraBold"/>
                  <a:cs typeface="Hahmlet ExtraBold"/>
                  <a:sym typeface="Hahmlet ExtraBold"/>
                </a:rPr>
                <a:t>라이어 게임</a:t>
              </a:r>
              <a:endParaRPr sz="3200">
                <a:solidFill>
                  <a:schemeClr val="lt1"/>
                </a:solidFill>
                <a:latin typeface="Hahmlet ExtraBold"/>
                <a:ea typeface="Hahmlet ExtraBold"/>
                <a:cs typeface="Hahmlet ExtraBold"/>
                <a:sym typeface="Hahmlet ExtraBold"/>
              </a:endParaRPr>
            </a:p>
          </p:txBody>
        </p:sp>
        <p:sp>
          <p:nvSpPr>
            <p:cNvPr id="596" name="Google Shape;596;p16"/>
            <p:cNvSpPr txBox="1"/>
            <p:nvPr/>
          </p:nvSpPr>
          <p:spPr>
            <a:xfrm>
              <a:off x="904275" y="4714297"/>
              <a:ext cx="976500" cy="422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E6B8AF"/>
                  </a:solidFill>
                </a:rPr>
                <a:t>닉네임</a:t>
              </a:r>
              <a:endParaRPr sz="1800">
                <a:solidFill>
                  <a:srgbClr val="E6B8AF"/>
                </a:solidFill>
              </a:endParaRPr>
            </a:p>
          </p:txBody>
        </p:sp>
        <p:sp>
          <p:nvSpPr>
            <p:cNvPr id="597" name="Google Shape;597;p16"/>
            <p:cNvSpPr/>
            <p:nvPr/>
          </p:nvSpPr>
          <p:spPr>
            <a:xfrm>
              <a:off x="896750" y="5171854"/>
              <a:ext cx="3231300" cy="543300"/>
            </a:xfrm>
            <a:prstGeom prst="roundRect">
              <a:avLst>
                <a:gd fmla="val 16667" name="adj"/>
              </a:avLst>
            </a:prstGeom>
            <a:solidFill>
              <a:schemeClr val="dk1"/>
            </a:solidFill>
            <a:ln cap="flat" cmpd="sng" w="7620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-US" sz="180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닉네임 입력 후 </a:t>
              </a:r>
              <a:r>
                <a:rPr b="1" i="1" lang="en-US" sz="1800">
                  <a:solidFill>
                    <a:srgbClr val="FF2733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시작</a:t>
              </a:r>
              <a:r>
                <a:rPr b="1" i="1" lang="en-US" sz="180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클릭</a:t>
              </a:r>
              <a:endParaRPr b="1" i="1"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598" name="Google Shape;598;p16"/>
            <p:cNvSpPr/>
            <p:nvPr/>
          </p:nvSpPr>
          <p:spPr>
            <a:xfrm>
              <a:off x="1012775" y="5883848"/>
              <a:ext cx="2978100" cy="422100"/>
            </a:xfrm>
            <a:prstGeom prst="roundRect">
              <a:avLst>
                <a:gd fmla="val 16667" name="adj"/>
              </a:avLst>
            </a:prstGeom>
            <a:solidFill>
              <a:srgbClr val="FF0000"/>
            </a:solidFill>
            <a:ln cap="flat" cmpd="sng" w="38100">
              <a:solidFill>
                <a:srgbClr val="CC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시 작</a:t>
              </a:r>
              <a:endParaRPr b="1"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grpSp>
        <p:nvGrpSpPr>
          <p:cNvPr id="599" name="Google Shape;599;p16"/>
          <p:cNvGrpSpPr/>
          <p:nvPr/>
        </p:nvGrpSpPr>
        <p:grpSpPr>
          <a:xfrm>
            <a:off x="6685213" y="3115031"/>
            <a:ext cx="3485700" cy="3430200"/>
            <a:chOff x="769550" y="3141100"/>
            <a:chExt cx="3485700" cy="3430200"/>
          </a:xfrm>
        </p:grpSpPr>
        <p:sp>
          <p:nvSpPr>
            <p:cNvPr id="600" name="Google Shape;600;p16"/>
            <p:cNvSpPr/>
            <p:nvPr/>
          </p:nvSpPr>
          <p:spPr>
            <a:xfrm>
              <a:off x="769550" y="3141100"/>
              <a:ext cx="3485700" cy="3430200"/>
            </a:xfrm>
            <a:prstGeom prst="roundRect">
              <a:avLst>
                <a:gd fmla="val 16667" name="adj"/>
              </a:avLst>
            </a:prstGeom>
            <a:solidFill>
              <a:srgbClr val="5B0F00"/>
            </a:solidFill>
            <a:ln cap="flat" cmpd="sng" w="38100">
              <a:solidFill>
                <a:srgbClr val="CC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1" name="Google Shape;601;p16"/>
            <p:cNvSpPr txBox="1"/>
            <p:nvPr/>
          </p:nvSpPr>
          <p:spPr>
            <a:xfrm>
              <a:off x="1852407" y="3146841"/>
              <a:ext cx="1320000" cy="60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>
                  <a:solidFill>
                    <a:schemeClr val="lt1"/>
                  </a:solidFill>
                  <a:latin typeface="Hahmlet ExtraBold"/>
                  <a:ea typeface="Hahmlet ExtraBold"/>
                  <a:cs typeface="Hahmlet ExtraBold"/>
                  <a:sym typeface="Hahmlet ExtraBold"/>
                </a:rPr>
                <a:t>방목록</a:t>
              </a:r>
              <a:endParaRPr sz="3200">
                <a:solidFill>
                  <a:schemeClr val="lt1"/>
                </a:solidFill>
                <a:latin typeface="Hahmlet ExtraBold"/>
                <a:ea typeface="Hahmlet ExtraBold"/>
                <a:cs typeface="Hahmlet ExtraBold"/>
                <a:sym typeface="Hahmlet ExtraBold"/>
              </a:endParaRPr>
            </a:p>
          </p:txBody>
        </p:sp>
        <p:sp>
          <p:nvSpPr>
            <p:cNvPr id="602" name="Google Shape;602;p16"/>
            <p:cNvSpPr/>
            <p:nvPr/>
          </p:nvSpPr>
          <p:spPr>
            <a:xfrm>
              <a:off x="896762" y="5022825"/>
              <a:ext cx="3231300" cy="1167900"/>
            </a:xfrm>
            <a:prstGeom prst="roundRect">
              <a:avLst>
                <a:gd fmla="val 16667" name="adj"/>
              </a:avLst>
            </a:prstGeom>
            <a:solidFill>
              <a:schemeClr val="dk1"/>
            </a:solidFill>
            <a:ln cap="flat" cmpd="sng" w="7620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br>
                <a:rPr b="1" i="1" lang="en-US" sz="150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</a:br>
              <a:r>
                <a:rPr b="1" lang="en-US" sz="150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#방이름 방장닉네임</a:t>
              </a:r>
              <a:endParaRPr b="1" sz="15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  <a:p>
              <a:pPr indent="0" lvl="0" marL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br>
                <a:rPr b="1" i="1" lang="en-US" sz="180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</a:br>
              <a:r>
                <a:rPr b="1" i="1" lang="en-US" sz="180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대기방 클릭하여 </a:t>
              </a:r>
              <a:r>
                <a:rPr b="1" i="1" lang="en-US" sz="1800">
                  <a:solidFill>
                    <a:srgbClr val="FF2733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입장</a:t>
              </a:r>
              <a:br>
                <a:rPr b="1" i="1" lang="en-US" sz="1800">
                  <a:solidFill>
                    <a:srgbClr val="FF2733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</a:br>
              <a:endParaRPr b="1" i="1" sz="1800">
                <a:solidFill>
                  <a:srgbClr val="FF2733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603" name="Google Shape;603;p16"/>
            <p:cNvSpPr/>
            <p:nvPr/>
          </p:nvSpPr>
          <p:spPr>
            <a:xfrm>
              <a:off x="1023362" y="4434579"/>
              <a:ext cx="1452600" cy="422100"/>
            </a:xfrm>
            <a:prstGeom prst="roundRect">
              <a:avLst>
                <a:gd fmla="val 16667" name="adj"/>
              </a:avLst>
            </a:prstGeom>
            <a:solidFill>
              <a:srgbClr val="FF0000"/>
            </a:solidFill>
            <a:ln cap="flat" cmpd="sng" w="38100">
              <a:solidFill>
                <a:srgbClr val="CC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50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전체</a:t>
              </a:r>
              <a:endParaRPr b="1" sz="15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sp>
        <p:nvSpPr>
          <p:cNvPr id="604" name="Google Shape;604;p16"/>
          <p:cNvSpPr/>
          <p:nvPr/>
        </p:nvSpPr>
        <p:spPr>
          <a:xfrm>
            <a:off x="6939013" y="3813734"/>
            <a:ext cx="2978100" cy="422100"/>
          </a:xfrm>
          <a:prstGeom prst="roundRect">
            <a:avLst>
              <a:gd fmla="val 16667" name="adj"/>
            </a:avLst>
          </a:prstGeom>
          <a:solidFill>
            <a:srgbClr val="FF0000"/>
          </a:solidFill>
          <a:ln cap="flat" cmpd="sng" w="3810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방 만들기</a:t>
            </a:r>
            <a:endParaRPr b="1"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05" name="Google Shape;605;p16"/>
          <p:cNvSpPr/>
          <p:nvPr/>
        </p:nvSpPr>
        <p:spPr>
          <a:xfrm>
            <a:off x="8464525" y="4353736"/>
            <a:ext cx="1452600" cy="422100"/>
          </a:xfrm>
          <a:prstGeom prst="roundRect">
            <a:avLst>
              <a:gd fmla="val 16667" name="adj"/>
            </a:avLst>
          </a:prstGeom>
          <a:solidFill>
            <a:schemeClr val="dk1"/>
          </a:solidFill>
          <a:ln cap="flat" cmpd="sng" w="3810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참여 가능</a:t>
            </a:r>
            <a:endParaRPr b="1" sz="15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06" name="Google Shape;606;p16"/>
          <p:cNvSpPr/>
          <p:nvPr/>
        </p:nvSpPr>
        <p:spPr>
          <a:xfrm>
            <a:off x="9116725" y="5062675"/>
            <a:ext cx="800400" cy="325800"/>
          </a:xfrm>
          <a:prstGeom prst="roundRect">
            <a:avLst>
              <a:gd fmla="val 16667" name="adj"/>
            </a:avLst>
          </a:prstGeom>
          <a:solidFill>
            <a:srgbClr val="38761D"/>
          </a:solidFill>
          <a:ln cap="flat" cmpd="sng" w="38100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00FF00"/>
                </a:solidFill>
                <a:latin typeface="Malgun Gothic"/>
                <a:ea typeface="Malgun Gothic"/>
                <a:cs typeface="Malgun Gothic"/>
                <a:sym typeface="Malgun Gothic"/>
              </a:rPr>
              <a:t>대기중</a:t>
            </a:r>
            <a:endParaRPr b="1" sz="1800">
              <a:solidFill>
                <a:srgbClr val="00FF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07" name="Google Shape;607;p16"/>
          <p:cNvSpPr/>
          <p:nvPr/>
        </p:nvSpPr>
        <p:spPr>
          <a:xfrm>
            <a:off x="5658054" y="4376698"/>
            <a:ext cx="800400" cy="10839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5B0F00"/>
          </a:solidFill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8" name="Google Shape;608;p16"/>
          <p:cNvSpPr txBox="1"/>
          <p:nvPr/>
        </p:nvSpPr>
        <p:spPr>
          <a:xfrm>
            <a:off x="850392" y="457200"/>
            <a:ext cx="10491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2733"/>
              </a:buClr>
              <a:buSzPts val="2100"/>
              <a:buFont typeface="Malgun Gothic"/>
              <a:buNone/>
            </a:pPr>
            <a:r>
              <a:rPr b="1" i="0" lang="en-US" sz="2100" u="none" cap="none" strike="noStrike">
                <a:solidFill>
                  <a:srgbClr val="FF2733"/>
                </a:solidFill>
                <a:latin typeface="Malgun Gothic"/>
                <a:ea typeface="Malgun Gothic"/>
                <a:cs typeface="Malgun Gothic"/>
                <a:sym typeface="Malgun Gothic"/>
              </a:rPr>
              <a:t>SECTION 0</a:t>
            </a:r>
            <a:r>
              <a:rPr b="1" lang="en-US" sz="2100">
                <a:solidFill>
                  <a:srgbClr val="FF2733"/>
                </a:solidFill>
                <a:latin typeface="Malgun Gothic"/>
                <a:ea typeface="Malgun Gothic"/>
                <a:cs typeface="Malgun Gothic"/>
                <a:sym typeface="Malgun Gothic"/>
              </a:rPr>
              <a:t>9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9" name="Google Shape;609;p16"/>
          <p:cNvSpPr txBox="1"/>
          <p:nvPr/>
        </p:nvSpPr>
        <p:spPr>
          <a:xfrm>
            <a:off x="850392" y="804672"/>
            <a:ext cx="78639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3E6E6"/>
              </a:buClr>
              <a:buSzPts val="3000"/>
              <a:buFont typeface="Malgun Gothic"/>
              <a:buNone/>
            </a:pPr>
            <a:r>
              <a:rPr lang="en-US" sz="4600">
                <a:solidFill>
                  <a:srgbClr val="F3E6E6"/>
                </a:solidFill>
                <a:latin typeface="Hahmlet ExtraBold"/>
                <a:ea typeface="Hahmlet ExtraBold"/>
                <a:cs typeface="Hahmlet ExtraBold"/>
                <a:sym typeface="Hahmlet ExtraBold"/>
              </a:rPr>
              <a:t>시연</a:t>
            </a:r>
            <a:endParaRPr i="0" sz="4600" u="none" cap="none" strike="noStrike">
              <a:solidFill>
                <a:schemeClr val="dk1"/>
              </a:solidFill>
              <a:latin typeface="Hahmlet ExtraBold"/>
              <a:ea typeface="Hahmlet ExtraBold"/>
              <a:cs typeface="Hahmlet ExtraBold"/>
              <a:sym typeface="Hahmlet ExtraBold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60607"/>
        </a:solidFill>
      </p:bgPr>
    </p:bg>
    <p:spTree>
      <p:nvGrpSpPr>
        <p:cNvPr id="614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Google Shape;615;p17"/>
          <p:cNvSpPr/>
          <p:nvPr/>
        </p:nvSpPr>
        <p:spPr>
          <a:xfrm>
            <a:off x="4754880" y="1272540"/>
            <a:ext cx="2651760" cy="2651760"/>
          </a:xfrm>
          <a:prstGeom prst="ellipse">
            <a:avLst/>
          </a:prstGeom>
          <a:noFill/>
          <a:ln cap="flat" cmpd="sng" w="25400">
            <a:solidFill>
              <a:srgbClr val="4A141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6" name="Google Shape;616;p17"/>
          <p:cNvSpPr txBox="1"/>
          <p:nvPr/>
        </p:nvSpPr>
        <p:spPr>
          <a:xfrm>
            <a:off x="4754880" y="1272540"/>
            <a:ext cx="2651760" cy="2651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2733"/>
              </a:buClr>
              <a:buSzPts val="9600"/>
              <a:buFont typeface="Malgun Gothic"/>
              <a:buNone/>
            </a:pPr>
            <a:r>
              <a:rPr b="1" i="0" lang="en-US" sz="9600" u="none" cap="none" strike="noStrike">
                <a:solidFill>
                  <a:srgbClr val="FF2733"/>
                </a:solidFill>
                <a:latin typeface="Malgun Gothic"/>
                <a:ea typeface="Malgun Gothic"/>
                <a:cs typeface="Malgun Gothic"/>
                <a:sym typeface="Malgun Gothic"/>
              </a:rPr>
              <a:t>?</a:t>
            </a:r>
            <a:endParaRPr b="0" i="0" sz="9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7" name="Google Shape;617;p17"/>
          <p:cNvSpPr txBox="1"/>
          <p:nvPr/>
        </p:nvSpPr>
        <p:spPr>
          <a:xfrm>
            <a:off x="0" y="4567737"/>
            <a:ext cx="121917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3E6E6"/>
              </a:buClr>
              <a:buSzPts val="3000"/>
              <a:buFont typeface="Malgun Gothic"/>
              <a:buNone/>
            </a:pPr>
            <a:r>
              <a:rPr i="0" lang="en-US" sz="3000" u="none" cap="none" strike="noStrike">
                <a:solidFill>
                  <a:srgbClr val="F3E6E6"/>
                </a:solidFill>
                <a:latin typeface="Hahmlet ExtraBold"/>
                <a:ea typeface="Hahmlet ExtraBold"/>
                <a:cs typeface="Hahmlet ExtraBold"/>
                <a:sym typeface="Hahmlet ExtraBold"/>
              </a:rPr>
              <a:t>우리 중 하나는 사람이 아닙니다</a:t>
            </a:r>
            <a:endParaRPr i="0" sz="3000" u="none" cap="none" strike="noStrike">
              <a:solidFill>
                <a:srgbClr val="F3E6E6"/>
              </a:solidFill>
              <a:latin typeface="Hahmlet ExtraBold"/>
              <a:ea typeface="Hahmlet ExtraBold"/>
              <a:cs typeface="Hahmlet ExtraBold"/>
              <a:sym typeface="Hahmlet ExtraBold"/>
            </a:endParaRPr>
          </a:p>
        </p:txBody>
      </p:sp>
      <p:sp>
        <p:nvSpPr>
          <p:cNvPr id="618" name="Google Shape;618;p17"/>
          <p:cNvSpPr/>
          <p:nvPr/>
        </p:nvSpPr>
        <p:spPr>
          <a:xfrm>
            <a:off x="5410048" y="5249727"/>
            <a:ext cx="1371600" cy="32100"/>
          </a:xfrm>
          <a:prstGeom prst="rect">
            <a:avLst/>
          </a:prstGeom>
          <a:solidFill>
            <a:srgbClr val="FF27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9" name="Google Shape;619;p17"/>
          <p:cNvSpPr txBox="1"/>
          <p:nvPr/>
        </p:nvSpPr>
        <p:spPr>
          <a:xfrm>
            <a:off x="0" y="5429250"/>
            <a:ext cx="12191695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3BFC0"/>
              </a:buClr>
              <a:buSzPts val="2100"/>
              <a:buFont typeface="Malgun Gothic"/>
              <a:buNone/>
            </a:pPr>
            <a:r>
              <a:rPr b="1" i="0" lang="en-US" sz="2100" u="none" cap="none" strike="noStrike">
                <a:solidFill>
                  <a:srgbClr val="D3BFC0"/>
                </a:solidFill>
                <a:latin typeface="Malgun Gothic"/>
                <a:ea typeface="Malgun Gothic"/>
                <a:cs typeface="Malgun Gothic"/>
                <a:sym typeface="Malgun Gothic"/>
              </a:rPr>
              <a:t>감사합니다  ·  Q &amp; A</a:t>
            </a:r>
            <a:endParaRPr b="1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0" name="Google Shape;620;p17"/>
          <p:cNvSpPr txBox="1"/>
          <p:nvPr/>
        </p:nvSpPr>
        <p:spPr>
          <a:xfrm>
            <a:off x="0" y="5958840"/>
            <a:ext cx="12191695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B7C7E"/>
              </a:buClr>
              <a:buSzPts val="2100"/>
              <a:buFont typeface="Malgun Gothic"/>
              <a:buNone/>
            </a:pPr>
            <a:r>
              <a:rPr b="1" i="0" lang="en-US" sz="2100" u="none" cap="none" strike="noStrike">
                <a:solidFill>
                  <a:srgbClr val="9B7C7E"/>
                </a:solidFill>
                <a:latin typeface="Malgun Gothic"/>
                <a:ea typeface="Malgun Gothic"/>
                <a:cs typeface="Malgun Gothic"/>
                <a:sym typeface="Malgun Gothic"/>
              </a:rPr>
              <a:t>TeamB   박진 · 이현우 · 유민성 · 김정현</a:t>
            </a:r>
            <a:endParaRPr b="1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621" name="Google Shape;621;p17"/>
          <p:cNvGrpSpPr/>
          <p:nvPr/>
        </p:nvGrpSpPr>
        <p:grpSpPr>
          <a:xfrm>
            <a:off x="4686021" y="370559"/>
            <a:ext cx="2820432" cy="4063743"/>
            <a:chOff x="6754971" y="392342"/>
            <a:chExt cx="3019411" cy="4235271"/>
          </a:xfrm>
        </p:grpSpPr>
        <p:sp>
          <p:nvSpPr>
            <p:cNvPr id="622" name="Google Shape;622;p17"/>
            <p:cNvSpPr/>
            <p:nvPr/>
          </p:nvSpPr>
          <p:spPr>
            <a:xfrm>
              <a:off x="6754971" y="392342"/>
              <a:ext cx="3019411" cy="4235271"/>
            </a:xfrm>
            <a:prstGeom prst="rect">
              <a:avLst/>
            </a:prstGeom>
            <a:solidFill>
              <a:srgbClr val="C21620"/>
            </a:solidFill>
            <a:ln cap="flat" cmpd="sng" w="12700">
              <a:solidFill>
                <a:srgbClr val="C2162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C2162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623" name="Google Shape;623;p1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6802596" y="435358"/>
              <a:ext cx="2928769" cy="4146166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8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Google Shape;629;p18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0" name="Google Shape;630;p18"/>
          <p:cNvSpPr txBox="1"/>
          <p:nvPr/>
        </p:nvSpPr>
        <p:spPr>
          <a:xfrm>
            <a:off x="502920" y="310896"/>
            <a:ext cx="18288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C21620"/>
                </a:solidFill>
                <a:latin typeface="Malgun Gothic"/>
                <a:ea typeface="Malgun Gothic"/>
                <a:cs typeface="Malgun Gothic"/>
                <a:sym typeface="Malgun Gothic"/>
              </a:rPr>
              <a:t>부록</a:t>
            </a:r>
            <a:endParaRPr/>
          </a:p>
        </p:txBody>
      </p:sp>
      <p:sp>
        <p:nvSpPr>
          <p:cNvPr id="631" name="Google Shape;631;p18"/>
          <p:cNvSpPr txBox="1"/>
          <p:nvPr/>
        </p:nvSpPr>
        <p:spPr>
          <a:xfrm>
            <a:off x="502920" y="548640"/>
            <a:ext cx="6400800" cy="4206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디자인 컴포넌트 · 타이포 · 도식</a:t>
            </a:r>
            <a:endParaRPr/>
          </a:p>
        </p:txBody>
      </p:sp>
      <p:sp>
        <p:nvSpPr>
          <p:cNvPr id="632" name="Google Shape;632;p18"/>
          <p:cNvSpPr txBox="1"/>
          <p:nvPr/>
        </p:nvSpPr>
        <p:spPr>
          <a:xfrm>
            <a:off x="7482809" y="566928"/>
            <a:ext cx="42062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575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발표에는 사용하지 않는 페이지입니다</a:t>
            </a:r>
            <a:endParaRPr/>
          </a:p>
          <a:p>
            <a:pPr indent="0" lvl="0" marL="0" marR="0" rtl="0"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575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필요한 요소를 이 장에서 복사해 쓰세요</a:t>
            </a:r>
            <a:endParaRPr/>
          </a:p>
        </p:txBody>
      </p:sp>
      <p:sp>
        <p:nvSpPr>
          <p:cNvPr id="633" name="Google Shape;633;p18"/>
          <p:cNvSpPr/>
          <p:nvPr/>
        </p:nvSpPr>
        <p:spPr>
          <a:xfrm>
            <a:off x="502920" y="1133856"/>
            <a:ext cx="11186129" cy="27432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4" name="Google Shape;634;p18"/>
          <p:cNvSpPr txBox="1"/>
          <p:nvPr/>
        </p:nvSpPr>
        <p:spPr>
          <a:xfrm>
            <a:off x="502920" y="1371600"/>
            <a:ext cx="36118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C21620"/>
                </a:solidFill>
                <a:latin typeface="Malgun Gothic"/>
                <a:ea typeface="Malgun Gothic"/>
                <a:cs typeface="Malgun Gothic"/>
                <a:sym typeface="Malgun Gothic"/>
              </a:rPr>
              <a:t>COLOR  ·  tokens.css</a:t>
            </a:r>
            <a:endParaRPr/>
          </a:p>
        </p:txBody>
      </p:sp>
      <p:sp>
        <p:nvSpPr>
          <p:cNvPr id="635" name="Google Shape;635;p18"/>
          <p:cNvSpPr/>
          <p:nvPr/>
        </p:nvSpPr>
        <p:spPr>
          <a:xfrm>
            <a:off x="502920" y="1627632"/>
            <a:ext cx="3611880" cy="10972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6" name="Google Shape;636;p18"/>
          <p:cNvSpPr/>
          <p:nvPr/>
        </p:nvSpPr>
        <p:spPr>
          <a:xfrm>
            <a:off x="502920" y="1792224"/>
            <a:ext cx="274320" cy="237744"/>
          </a:xfrm>
          <a:prstGeom prst="rect">
            <a:avLst/>
          </a:prstGeom>
          <a:solidFill>
            <a:srgbClr val="16060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7" name="Google Shape;637;p18"/>
          <p:cNvSpPr txBox="1"/>
          <p:nvPr/>
        </p:nvSpPr>
        <p:spPr>
          <a:xfrm>
            <a:off x="868680" y="1773936"/>
            <a:ext cx="7772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1A1A1A"/>
                </a:solidFill>
                <a:latin typeface="Consolas"/>
                <a:ea typeface="Consolas"/>
                <a:cs typeface="Consolas"/>
                <a:sym typeface="Consolas"/>
              </a:rPr>
              <a:t>#160607</a:t>
            </a:r>
            <a:endParaRPr/>
          </a:p>
        </p:txBody>
      </p:sp>
      <p:sp>
        <p:nvSpPr>
          <p:cNvPr id="638" name="Google Shape;638;p18"/>
          <p:cNvSpPr txBox="1"/>
          <p:nvPr/>
        </p:nvSpPr>
        <p:spPr>
          <a:xfrm>
            <a:off x="868680" y="1920240"/>
            <a:ext cx="13716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75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배경 (다크)</a:t>
            </a:r>
            <a:endParaRPr/>
          </a:p>
        </p:txBody>
      </p:sp>
      <p:sp>
        <p:nvSpPr>
          <p:cNvPr id="639" name="Google Shape;639;p18"/>
          <p:cNvSpPr/>
          <p:nvPr/>
        </p:nvSpPr>
        <p:spPr>
          <a:xfrm>
            <a:off x="2308860" y="1792224"/>
            <a:ext cx="274320" cy="237744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CDCDC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0" name="Google Shape;640;p18"/>
          <p:cNvSpPr txBox="1"/>
          <p:nvPr/>
        </p:nvSpPr>
        <p:spPr>
          <a:xfrm>
            <a:off x="2674620" y="1773936"/>
            <a:ext cx="7772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1A1A1A"/>
                </a:solidFill>
                <a:latin typeface="Consolas"/>
                <a:ea typeface="Consolas"/>
                <a:cs typeface="Consolas"/>
                <a:sym typeface="Consolas"/>
              </a:rPr>
              <a:t>#FFFFFF</a:t>
            </a:r>
            <a:endParaRPr/>
          </a:p>
        </p:txBody>
      </p:sp>
      <p:sp>
        <p:nvSpPr>
          <p:cNvPr id="641" name="Google Shape;641;p18"/>
          <p:cNvSpPr txBox="1"/>
          <p:nvPr/>
        </p:nvSpPr>
        <p:spPr>
          <a:xfrm>
            <a:off x="2674620" y="1920240"/>
            <a:ext cx="13716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75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배경 (라이트)</a:t>
            </a:r>
            <a:endParaRPr/>
          </a:p>
        </p:txBody>
      </p:sp>
      <p:sp>
        <p:nvSpPr>
          <p:cNvPr id="642" name="Google Shape;642;p18"/>
          <p:cNvSpPr/>
          <p:nvPr/>
        </p:nvSpPr>
        <p:spPr>
          <a:xfrm>
            <a:off x="502920" y="2121408"/>
            <a:ext cx="274320" cy="237744"/>
          </a:xfrm>
          <a:prstGeom prst="rect">
            <a:avLst/>
          </a:prstGeom>
          <a:solidFill>
            <a:srgbClr val="1F0A0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3" name="Google Shape;643;p18"/>
          <p:cNvSpPr txBox="1"/>
          <p:nvPr/>
        </p:nvSpPr>
        <p:spPr>
          <a:xfrm>
            <a:off x="868680" y="2103120"/>
            <a:ext cx="7772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1A1A1A"/>
                </a:solidFill>
                <a:latin typeface="Consolas"/>
                <a:ea typeface="Consolas"/>
                <a:cs typeface="Consolas"/>
                <a:sym typeface="Consolas"/>
              </a:rPr>
              <a:t>#1F0A0C</a:t>
            </a:r>
            <a:endParaRPr/>
          </a:p>
        </p:txBody>
      </p:sp>
      <p:sp>
        <p:nvSpPr>
          <p:cNvPr id="644" name="Google Shape;644;p18"/>
          <p:cNvSpPr txBox="1"/>
          <p:nvPr/>
        </p:nvSpPr>
        <p:spPr>
          <a:xfrm>
            <a:off x="868680" y="2249424"/>
            <a:ext cx="13716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75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카드 (다크)</a:t>
            </a:r>
            <a:endParaRPr/>
          </a:p>
        </p:txBody>
      </p:sp>
      <p:sp>
        <p:nvSpPr>
          <p:cNvPr id="645" name="Google Shape;645;p18"/>
          <p:cNvSpPr/>
          <p:nvPr/>
        </p:nvSpPr>
        <p:spPr>
          <a:xfrm>
            <a:off x="2308860" y="2121408"/>
            <a:ext cx="274320" cy="237744"/>
          </a:xfrm>
          <a:prstGeom prst="rect">
            <a:avLst/>
          </a:prstGeom>
          <a:solidFill>
            <a:srgbClr val="F4F4F4"/>
          </a:solidFill>
          <a:ln cap="flat" cmpd="sng" w="12700">
            <a:solidFill>
              <a:srgbClr val="DCDCDC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6" name="Google Shape;646;p18"/>
          <p:cNvSpPr txBox="1"/>
          <p:nvPr/>
        </p:nvSpPr>
        <p:spPr>
          <a:xfrm>
            <a:off x="2674620" y="2103120"/>
            <a:ext cx="7772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1A1A1A"/>
                </a:solidFill>
                <a:latin typeface="Consolas"/>
                <a:ea typeface="Consolas"/>
                <a:cs typeface="Consolas"/>
                <a:sym typeface="Consolas"/>
              </a:rPr>
              <a:t>#F4F4F4</a:t>
            </a:r>
            <a:endParaRPr/>
          </a:p>
        </p:txBody>
      </p:sp>
      <p:sp>
        <p:nvSpPr>
          <p:cNvPr id="647" name="Google Shape;647;p18"/>
          <p:cNvSpPr txBox="1"/>
          <p:nvPr/>
        </p:nvSpPr>
        <p:spPr>
          <a:xfrm>
            <a:off x="2674620" y="2249424"/>
            <a:ext cx="13716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75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카드 (라이트)</a:t>
            </a:r>
            <a:endParaRPr/>
          </a:p>
        </p:txBody>
      </p:sp>
      <p:sp>
        <p:nvSpPr>
          <p:cNvPr id="648" name="Google Shape;648;p18"/>
          <p:cNvSpPr/>
          <p:nvPr/>
        </p:nvSpPr>
        <p:spPr>
          <a:xfrm>
            <a:off x="502920" y="2450591"/>
            <a:ext cx="274320" cy="237744"/>
          </a:xfrm>
          <a:prstGeom prst="rect">
            <a:avLst/>
          </a:prstGeom>
          <a:solidFill>
            <a:srgbClr val="F3E6E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9" name="Google Shape;649;p18"/>
          <p:cNvSpPr txBox="1"/>
          <p:nvPr/>
        </p:nvSpPr>
        <p:spPr>
          <a:xfrm>
            <a:off x="868680" y="2432303"/>
            <a:ext cx="7772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1A1A1A"/>
                </a:solidFill>
                <a:latin typeface="Consolas"/>
                <a:ea typeface="Consolas"/>
                <a:cs typeface="Consolas"/>
                <a:sym typeface="Consolas"/>
              </a:rPr>
              <a:t>#F3E6E6</a:t>
            </a:r>
            <a:endParaRPr/>
          </a:p>
        </p:txBody>
      </p:sp>
      <p:sp>
        <p:nvSpPr>
          <p:cNvPr id="650" name="Google Shape;650;p18"/>
          <p:cNvSpPr txBox="1"/>
          <p:nvPr/>
        </p:nvSpPr>
        <p:spPr>
          <a:xfrm>
            <a:off x="868680" y="2578608"/>
            <a:ext cx="13716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75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본문 (다크)</a:t>
            </a:r>
            <a:endParaRPr/>
          </a:p>
        </p:txBody>
      </p:sp>
      <p:sp>
        <p:nvSpPr>
          <p:cNvPr id="651" name="Google Shape;651;p18"/>
          <p:cNvSpPr/>
          <p:nvPr/>
        </p:nvSpPr>
        <p:spPr>
          <a:xfrm>
            <a:off x="2308860" y="2450591"/>
            <a:ext cx="274320" cy="237744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2" name="Google Shape;652;p18"/>
          <p:cNvSpPr txBox="1"/>
          <p:nvPr/>
        </p:nvSpPr>
        <p:spPr>
          <a:xfrm>
            <a:off x="2674620" y="2432303"/>
            <a:ext cx="7772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1A1A1A"/>
                </a:solidFill>
                <a:latin typeface="Consolas"/>
                <a:ea typeface="Consolas"/>
                <a:cs typeface="Consolas"/>
                <a:sym typeface="Consolas"/>
              </a:rPr>
              <a:t>#1A1A1A</a:t>
            </a:r>
            <a:endParaRPr/>
          </a:p>
        </p:txBody>
      </p:sp>
      <p:sp>
        <p:nvSpPr>
          <p:cNvPr id="653" name="Google Shape;653;p18"/>
          <p:cNvSpPr txBox="1"/>
          <p:nvPr/>
        </p:nvSpPr>
        <p:spPr>
          <a:xfrm>
            <a:off x="2674620" y="2578608"/>
            <a:ext cx="13716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75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본문 (라이트)</a:t>
            </a:r>
            <a:endParaRPr/>
          </a:p>
        </p:txBody>
      </p:sp>
      <p:sp>
        <p:nvSpPr>
          <p:cNvPr id="654" name="Google Shape;654;p18"/>
          <p:cNvSpPr/>
          <p:nvPr/>
        </p:nvSpPr>
        <p:spPr>
          <a:xfrm>
            <a:off x="502920" y="2779776"/>
            <a:ext cx="274320" cy="237744"/>
          </a:xfrm>
          <a:prstGeom prst="rect">
            <a:avLst/>
          </a:prstGeom>
          <a:solidFill>
            <a:srgbClr val="D3BFC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5" name="Google Shape;655;p18"/>
          <p:cNvSpPr txBox="1"/>
          <p:nvPr/>
        </p:nvSpPr>
        <p:spPr>
          <a:xfrm>
            <a:off x="868680" y="2761488"/>
            <a:ext cx="7772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1A1A1A"/>
                </a:solidFill>
                <a:latin typeface="Consolas"/>
                <a:ea typeface="Consolas"/>
                <a:cs typeface="Consolas"/>
                <a:sym typeface="Consolas"/>
              </a:rPr>
              <a:t>#D3BFC0</a:t>
            </a:r>
            <a:endParaRPr/>
          </a:p>
        </p:txBody>
      </p:sp>
      <p:sp>
        <p:nvSpPr>
          <p:cNvPr id="656" name="Google Shape;656;p18"/>
          <p:cNvSpPr txBox="1"/>
          <p:nvPr/>
        </p:nvSpPr>
        <p:spPr>
          <a:xfrm>
            <a:off x="868680" y="2907792"/>
            <a:ext cx="13716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75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보조 (다크)</a:t>
            </a:r>
            <a:endParaRPr/>
          </a:p>
        </p:txBody>
      </p:sp>
      <p:sp>
        <p:nvSpPr>
          <p:cNvPr id="657" name="Google Shape;657;p18"/>
          <p:cNvSpPr/>
          <p:nvPr/>
        </p:nvSpPr>
        <p:spPr>
          <a:xfrm>
            <a:off x="2308860" y="2779776"/>
            <a:ext cx="274320" cy="237744"/>
          </a:xfrm>
          <a:prstGeom prst="rect">
            <a:avLst/>
          </a:prstGeom>
          <a:solidFill>
            <a:srgbClr val="57575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8" name="Google Shape;658;p18"/>
          <p:cNvSpPr txBox="1"/>
          <p:nvPr/>
        </p:nvSpPr>
        <p:spPr>
          <a:xfrm>
            <a:off x="2674620" y="2761488"/>
            <a:ext cx="7772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1A1A1A"/>
                </a:solidFill>
                <a:latin typeface="Consolas"/>
                <a:ea typeface="Consolas"/>
                <a:cs typeface="Consolas"/>
                <a:sym typeface="Consolas"/>
              </a:rPr>
              <a:t>#575757</a:t>
            </a:r>
            <a:endParaRPr/>
          </a:p>
        </p:txBody>
      </p:sp>
      <p:sp>
        <p:nvSpPr>
          <p:cNvPr id="659" name="Google Shape;659;p18"/>
          <p:cNvSpPr txBox="1"/>
          <p:nvPr/>
        </p:nvSpPr>
        <p:spPr>
          <a:xfrm>
            <a:off x="2674620" y="2907792"/>
            <a:ext cx="13716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75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보조 (라이트)</a:t>
            </a:r>
            <a:endParaRPr/>
          </a:p>
        </p:txBody>
      </p:sp>
      <p:sp>
        <p:nvSpPr>
          <p:cNvPr id="660" name="Google Shape;660;p18"/>
          <p:cNvSpPr/>
          <p:nvPr/>
        </p:nvSpPr>
        <p:spPr>
          <a:xfrm>
            <a:off x="502920" y="3108960"/>
            <a:ext cx="274320" cy="237744"/>
          </a:xfrm>
          <a:prstGeom prst="rect">
            <a:avLst/>
          </a:prstGeom>
          <a:solidFill>
            <a:srgbClr val="FF27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1" name="Google Shape;661;p18"/>
          <p:cNvSpPr txBox="1"/>
          <p:nvPr/>
        </p:nvSpPr>
        <p:spPr>
          <a:xfrm>
            <a:off x="868680" y="3090672"/>
            <a:ext cx="7772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1A1A1A"/>
                </a:solidFill>
                <a:latin typeface="Consolas"/>
                <a:ea typeface="Consolas"/>
                <a:cs typeface="Consolas"/>
                <a:sym typeface="Consolas"/>
              </a:rPr>
              <a:t>#FF2733</a:t>
            </a:r>
            <a:endParaRPr/>
          </a:p>
        </p:txBody>
      </p:sp>
      <p:sp>
        <p:nvSpPr>
          <p:cNvPr id="662" name="Google Shape;662;p18"/>
          <p:cNvSpPr txBox="1"/>
          <p:nvPr/>
        </p:nvSpPr>
        <p:spPr>
          <a:xfrm>
            <a:off x="868680" y="3236976"/>
            <a:ext cx="13716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75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강조 (다크)</a:t>
            </a:r>
            <a:endParaRPr/>
          </a:p>
        </p:txBody>
      </p:sp>
      <p:sp>
        <p:nvSpPr>
          <p:cNvPr id="663" name="Google Shape;663;p18"/>
          <p:cNvSpPr/>
          <p:nvPr/>
        </p:nvSpPr>
        <p:spPr>
          <a:xfrm>
            <a:off x="2308860" y="3108960"/>
            <a:ext cx="274320" cy="237744"/>
          </a:xfrm>
          <a:prstGeom prst="rect">
            <a:avLst/>
          </a:prstGeom>
          <a:solidFill>
            <a:srgbClr val="C2162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4" name="Google Shape;664;p18"/>
          <p:cNvSpPr txBox="1"/>
          <p:nvPr/>
        </p:nvSpPr>
        <p:spPr>
          <a:xfrm>
            <a:off x="2674620" y="3090672"/>
            <a:ext cx="7772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1A1A1A"/>
                </a:solidFill>
                <a:latin typeface="Consolas"/>
                <a:ea typeface="Consolas"/>
                <a:cs typeface="Consolas"/>
                <a:sym typeface="Consolas"/>
              </a:rPr>
              <a:t>#C21620</a:t>
            </a:r>
            <a:endParaRPr/>
          </a:p>
        </p:txBody>
      </p:sp>
      <p:sp>
        <p:nvSpPr>
          <p:cNvPr id="665" name="Google Shape;665;p18"/>
          <p:cNvSpPr txBox="1"/>
          <p:nvPr/>
        </p:nvSpPr>
        <p:spPr>
          <a:xfrm>
            <a:off x="2674620" y="3236976"/>
            <a:ext cx="13716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75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강조 (라이트)</a:t>
            </a:r>
            <a:endParaRPr/>
          </a:p>
        </p:txBody>
      </p:sp>
      <p:sp>
        <p:nvSpPr>
          <p:cNvPr id="666" name="Google Shape;666;p18"/>
          <p:cNvSpPr/>
          <p:nvPr/>
        </p:nvSpPr>
        <p:spPr>
          <a:xfrm>
            <a:off x="502920" y="3438144"/>
            <a:ext cx="274320" cy="237744"/>
          </a:xfrm>
          <a:prstGeom prst="rect">
            <a:avLst/>
          </a:prstGeom>
          <a:solidFill>
            <a:srgbClr val="4A141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7" name="Google Shape;667;p18"/>
          <p:cNvSpPr txBox="1"/>
          <p:nvPr/>
        </p:nvSpPr>
        <p:spPr>
          <a:xfrm>
            <a:off x="868680" y="3419856"/>
            <a:ext cx="7772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1A1A1A"/>
                </a:solidFill>
                <a:latin typeface="Consolas"/>
                <a:ea typeface="Consolas"/>
                <a:cs typeface="Consolas"/>
                <a:sym typeface="Consolas"/>
              </a:rPr>
              <a:t>#4A1418</a:t>
            </a:r>
            <a:endParaRPr/>
          </a:p>
        </p:txBody>
      </p:sp>
      <p:sp>
        <p:nvSpPr>
          <p:cNvPr id="668" name="Google Shape;668;p18"/>
          <p:cNvSpPr txBox="1"/>
          <p:nvPr/>
        </p:nvSpPr>
        <p:spPr>
          <a:xfrm>
            <a:off x="868680" y="3566160"/>
            <a:ext cx="13716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75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선 (다크)</a:t>
            </a:r>
            <a:endParaRPr/>
          </a:p>
        </p:txBody>
      </p:sp>
      <p:sp>
        <p:nvSpPr>
          <p:cNvPr id="669" name="Google Shape;669;p18"/>
          <p:cNvSpPr/>
          <p:nvPr/>
        </p:nvSpPr>
        <p:spPr>
          <a:xfrm>
            <a:off x="2308860" y="3438144"/>
            <a:ext cx="274320" cy="2377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0" name="Google Shape;670;p18"/>
          <p:cNvSpPr txBox="1"/>
          <p:nvPr/>
        </p:nvSpPr>
        <p:spPr>
          <a:xfrm>
            <a:off x="2674620" y="3419856"/>
            <a:ext cx="7772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1A1A1A"/>
                </a:solidFill>
                <a:latin typeface="Consolas"/>
                <a:ea typeface="Consolas"/>
                <a:cs typeface="Consolas"/>
                <a:sym typeface="Consolas"/>
              </a:rPr>
              <a:t>#DCDCDC</a:t>
            </a:r>
            <a:endParaRPr/>
          </a:p>
        </p:txBody>
      </p:sp>
      <p:sp>
        <p:nvSpPr>
          <p:cNvPr id="671" name="Google Shape;671;p18"/>
          <p:cNvSpPr txBox="1"/>
          <p:nvPr/>
        </p:nvSpPr>
        <p:spPr>
          <a:xfrm>
            <a:off x="2674620" y="3566160"/>
            <a:ext cx="13716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75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선 (라이트)</a:t>
            </a:r>
            <a:endParaRPr/>
          </a:p>
        </p:txBody>
      </p:sp>
      <p:sp>
        <p:nvSpPr>
          <p:cNvPr id="672" name="Google Shape;672;p18"/>
          <p:cNvSpPr txBox="1"/>
          <p:nvPr/>
        </p:nvSpPr>
        <p:spPr>
          <a:xfrm>
            <a:off x="4343400" y="1371600"/>
            <a:ext cx="36118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C21620"/>
                </a:solidFill>
                <a:latin typeface="Malgun Gothic"/>
                <a:ea typeface="Malgun Gothic"/>
                <a:cs typeface="Malgun Gothic"/>
                <a:sym typeface="Malgun Gothic"/>
              </a:rPr>
              <a:t>TYPE SCALE  ·  맑은 고딕</a:t>
            </a:r>
            <a:endParaRPr/>
          </a:p>
        </p:txBody>
      </p:sp>
      <p:sp>
        <p:nvSpPr>
          <p:cNvPr id="673" name="Google Shape;673;p18"/>
          <p:cNvSpPr/>
          <p:nvPr/>
        </p:nvSpPr>
        <p:spPr>
          <a:xfrm>
            <a:off x="4343400" y="1627632"/>
            <a:ext cx="3611880" cy="10972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4" name="Google Shape;674;p18"/>
          <p:cNvSpPr txBox="1"/>
          <p:nvPr/>
        </p:nvSpPr>
        <p:spPr>
          <a:xfrm>
            <a:off x="4343400" y="1792224"/>
            <a:ext cx="566928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C21620"/>
                </a:solidFill>
                <a:latin typeface="Consolas"/>
                <a:ea typeface="Consolas"/>
                <a:cs typeface="Consolas"/>
                <a:sym typeface="Consolas"/>
              </a:rPr>
              <a:t>46pt</a:t>
            </a:r>
            <a:endParaRPr/>
          </a:p>
        </p:txBody>
      </p:sp>
      <p:sp>
        <p:nvSpPr>
          <p:cNvPr id="675" name="Google Shape;675;p18"/>
          <p:cNvSpPr txBox="1"/>
          <p:nvPr/>
        </p:nvSpPr>
        <p:spPr>
          <a:xfrm>
            <a:off x="4965192" y="1792224"/>
            <a:ext cx="1147572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575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표지 대제목</a:t>
            </a:r>
            <a:endParaRPr/>
          </a:p>
        </p:txBody>
      </p:sp>
      <p:sp>
        <p:nvSpPr>
          <p:cNvPr id="676" name="Google Shape;676;p18"/>
          <p:cNvSpPr txBox="1"/>
          <p:nvPr/>
        </p:nvSpPr>
        <p:spPr>
          <a:xfrm>
            <a:off x="6149340" y="1792224"/>
            <a:ext cx="566928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C21620"/>
                </a:solidFill>
                <a:latin typeface="Consolas"/>
                <a:ea typeface="Consolas"/>
                <a:cs typeface="Consolas"/>
                <a:sym typeface="Consolas"/>
              </a:rPr>
              <a:t>40pt</a:t>
            </a:r>
            <a:endParaRPr/>
          </a:p>
        </p:txBody>
      </p:sp>
      <p:sp>
        <p:nvSpPr>
          <p:cNvPr id="677" name="Google Shape;677;p18"/>
          <p:cNvSpPr txBox="1"/>
          <p:nvPr/>
        </p:nvSpPr>
        <p:spPr>
          <a:xfrm>
            <a:off x="6771131" y="1792224"/>
            <a:ext cx="1147572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575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섹션 도입</a:t>
            </a:r>
            <a:endParaRPr/>
          </a:p>
        </p:txBody>
      </p:sp>
      <p:sp>
        <p:nvSpPr>
          <p:cNvPr id="678" name="Google Shape;678;p18"/>
          <p:cNvSpPr txBox="1"/>
          <p:nvPr/>
        </p:nvSpPr>
        <p:spPr>
          <a:xfrm>
            <a:off x="4343400" y="2103120"/>
            <a:ext cx="5670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C21620"/>
                </a:solidFill>
                <a:latin typeface="Consolas"/>
                <a:ea typeface="Consolas"/>
                <a:cs typeface="Consolas"/>
                <a:sym typeface="Consolas"/>
              </a:rPr>
              <a:t>3</a:t>
            </a:r>
            <a:r>
              <a:rPr b="1" lang="en-US" sz="1100">
                <a:solidFill>
                  <a:srgbClr val="C21620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b="1" i="0" lang="en-US" sz="1100" u="none" cap="none" strike="noStrike">
                <a:solidFill>
                  <a:srgbClr val="C21620"/>
                </a:solidFill>
                <a:latin typeface="Consolas"/>
                <a:ea typeface="Consolas"/>
                <a:cs typeface="Consolas"/>
                <a:sym typeface="Consolas"/>
              </a:rPr>
              <a:t>pt</a:t>
            </a:r>
            <a:endParaRPr/>
          </a:p>
        </p:txBody>
      </p:sp>
      <p:sp>
        <p:nvSpPr>
          <p:cNvPr id="679" name="Google Shape;679;p18"/>
          <p:cNvSpPr txBox="1"/>
          <p:nvPr/>
        </p:nvSpPr>
        <p:spPr>
          <a:xfrm>
            <a:off x="4965192" y="2103120"/>
            <a:ext cx="1147572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575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슬라이드 제목</a:t>
            </a:r>
            <a:endParaRPr/>
          </a:p>
        </p:txBody>
      </p:sp>
      <p:sp>
        <p:nvSpPr>
          <p:cNvPr id="680" name="Google Shape;680;p18"/>
          <p:cNvSpPr txBox="1"/>
          <p:nvPr/>
        </p:nvSpPr>
        <p:spPr>
          <a:xfrm>
            <a:off x="6149340" y="2103120"/>
            <a:ext cx="566928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C21620"/>
                </a:solidFill>
                <a:latin typeface="Consolas"/>
                <a:ea typeface="Consolas"/>
                <a:cs typeface="Consolas"/>
                <a:sym typeface="Consolas"/>
              </a:rPr>
              <a:t>27pt</a:t>
            </a:r>
            <a:endParaRPr/>
          </a:p>
        </p:txBody>
      </p:sp>
      <p:sp>
        <p:nvSpPr>
          <p:cNvPr id="681" name="Google Shape;681;p18"/>
          <p:cNvSpPr txBox="1"/>
          <p:nvPr/>
        </p:nvSpPr>
        <p:spPr>
          <a:xfrm>
            <a:off x="6771131" y="2103120"/>
            <a:ext cx="1147572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575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파트 제목</a:t>
            </a:r>
            <a:endParaRPr/>
          </a:p>
        </p:txBody>
      </p:sp>
      <p:sp>
        <p:nvSpPr>
          <p:cNvPr id="682" name="Google Shape;682;p18"/>
          <p:cNvSpPr txBox="1"/>
          <p:nvPr/>
        </p:nvSpPr>
        <p:spPr>
          <a:xfrm>
            <a:off x="4343400" y="2414016"/>
            <a:ext cx="566928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C21620"/>
                </a:solidFill>
                <a:latin typeface="Consolas"/>
                <a:ea typeface="Consolas"/>
                <a:cs typeface="Consolas"/>
                <a:sym typeface="Consolas"/>
              </a:rPr>
              <a:t>26pt</a:t>
            </a:r>
            <a:endParaRPr/>
          </a:p>
        </p:txBody>
      </p:sp>
      <p:sp>
        <p:nvSpPr>
          <p:cNvPr id="683" name="Google Shape;683;p18"/>
          <p:cNvSpPr txBox="1"/>
          <p:nvPr/>
        </p:nvSpPr>
        <p:spPr>
          <a:xfrm>
            <a:off x="4965192" y="2414016"/>
            <a:ext cx="1147572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575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이니셜 · 숫자</a:t>
            </a:r>
            <a:endParaRPr/>
          </a:p>
        </p:txBody>
      </p:sp>
      <p:sp>
        <p:nvSpPr>
          <p:cNvPr id="684" name="Google Shape;684;p18"/>
          <p:cNvSpPr txBox="1"/>
          <p:nvPr/>
        </p:nvSpPr>
        <p:spPr>
          <a:xfrm>
            <a:off x="6149340" y="2414016"/>
            <a:ext cx="566928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C21620"/>
                </a:solidFill>
                <a:latin typeface="Consolas"/>
                <a:ea typeface="Consolas"/>
                <a:cs typeface="Consolas"/>
                <a:sym typeface="Consolas"/>
              </a:rPr>
              <a:t>21pt</a:t>
            </a:r>
            <a:endParaRPr/>
          </a:p>
        </p:txBody>
      </p:sp>
      <p:sp>
        <p:nvSpPr>
          <p:cNvPr id="685" name="Google Shape;685;p18"/>
          <p:cNvSpPr txBox="1"/>
          <p:nvPr/>
        </p:nvSpPr>
        <p:spPr>
          <a:xfrm>
            <a:off x="6771131" y="2414016"/>
            <a:ext cx="1147572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575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본문 · 카드 제목</a:t>
            </a:r>
            <a:endParaRPr/>
          </a:p>
        </p:txBody>
      </p:sp>
      <p:sp>
        <p:nvSpPr>
          <p:cNvPr id="686" name="Google Shape;686;p18"/>
          <p:cNvSpPr txBox="1"/>
          <p:nvPr/>
        </p:nvSpPr>
        <p:spPr>
          <a:xfrm>
            <a:off x="4343400" y="2724912"/>
            <a:ext cx="5670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C21620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b="1" lang="en-US" sz="1100">
                <a:solidFill>
                  <a:srgbClr val="C21620"/>
                </a:solidFill>
                <a:latin typeface="Consolas"/>
                <a:ea typeface="Consolas"/>
                <a:cs typeface="Consolas"/>
                <a:sym typeface="Consolas"/>
              </a:rPr>
              <a:t>8</a:t>
            </a:r>
            <a:r>
              <a:rPr b="1" i="0" lang="en-US" sz="1100" u="none" cap="none" strike="noStrike">
                <a:solidFill>
                  <a:srgbClr val="C21620"/>
                </a:solidFill>
                <a:latin typeface="Consolas"/>
                <a:ea typeface="Consolas"/>
                <a:cs typeface="Consolas"/>
                <a:sym typeface="Consolas"/>
              </a:rPr>
              <a:t>pt</a:t>
            </a:r>
            <a:endParaRPr/>
          </a:p>
        </p:txBody>
      </p:sp>
      <p:sp>
        <p:nvSpPr>
          <p:cNvPr id="687" name="Google Shape;687;p18"/>
          <p:cNvSpPr txBox="1"/>
          <p:nvPr/>
        </p:nvSpPr>
        <p:spPr>
          <a:xfrm>
            <a:off x="4965192" y="2724912"/>
            <a:ext cx="1147572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575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설명 · 캡션</a:t>
            </a:r>
            <a:endParaRPr/>
          </a:p>
        </p:txBody>
      </p:sp>
      <p:sp>
        <p:nvSpPr>
          <p:cNvPr id="688" name="Google Shape;688;p18"/>
          <p:cNvSpPr txBox="1"/>
          <p:nvPr/>
        </p:nvSpPr>
        <p:spPr>
          <a:xfrm>
            <a:off x="6149340" y="2724912"/>
            <a:ext cx="566928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C21620"/>
                </a:solidFill>
                <a:latin typeface="Consolas"/>
                <a:ea typeface="Consolas"/>
                <a:cs typeface="Consolas"/>
                <a:sym typeface="Consolas"/>
              </a:rPr>
              <a:t>15pt</a:t>
            </a:r>
            <a:endParaRPr/>
          </a:p>
        </p:txBody>
      </p:sp>
      <p:sp>
        <p:nvSpPr>
          <p:cNvPr id="689" name="Google Shape;689;p18"/>
          <p:cNvSpPr txBox="1"/>
          <p:nvPr/>
        </p:nvSpPr>
        <p:spPr>
          <a:xfrm>
            <a:off x="6771131" y="2724912"/>
            <a:ext cx="1147572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575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보조 설명</a:t>
            </a:r>
            <a:endParaRPr/>
          </a:p>
        </p:txBody>
      </p:sp>
      <p:sp>
        <p:nvSpPr>
          <p:cNvPr id="690" name="Google Shape;690;p18"/>
          <p:cNvSpPr txBox="1"/>
          <p:nvPr/>
        </p:nvSpPr>
        <p:spPr>
          <a:xfrm>
            <a:off x="4343400" y="3035808"/>
            <a:ext cx="566928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C21620"/>
                </a:solidFill>
                <a:latin typeface="Consolas"/>
                <a:ea typeface="Consolas"/>
                <a:cs typeface="Consolas"/>
                <a:sym typeface="Consolas"/>
              </a:rPr>
              <a:t>12pt</a:t>
            </a:r>
            <a:endParaRPr/>
          </a:p>
        </p:txBody>
      </p:sp>
      <p:sp>
        <p:nvSpPr>
          <p:cNvPr id="691" name="Google Shape;691;p18"/>
          <p:cNvSpPr txBox="1"/>
          <p:nvPr/>
        </p:nvSpPr>
        <p:spPr>
          <a:xfrm>
            <a:off x="4965192" y="3035808"/>
            <a:ext cx="1147572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575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작은 캡션</a:t>
            </a:r>
            <a:endParaRPr/>
          </a:p>
        </p:txBody>
      </p:sp>
      <p:sp>
        <p:nvSpPr>
          <p:cNvPr id="692" name="Google Shape;692;p18"/>
          <p:cNvSpPr txBox="1"/>
          <p:nvPr/>
        </p:nvSpPr>
        <p:spPr>
          <a:xfrm>
            <a:off x="6149340" y="3035808"/>
            <a:ext cx="566928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C21620"/>
                </a:solidFill>
                <a:latin typeface="Consolas"/>
                <a:ea typeface="Consolas"/>
                <a:cs typeface="Consolas"/>
                <a:sym typeface="Consolas"/>
              </a:rPr>
              <a:t>10.5pt</a:t>
            </a:r>
            <a:endParaRPr/>
          </a:p>
        </p:txBody>
      </p:sp>
      <p:sp>
        <p:nvSpPr>
          <p:cNvPr id="693" name="Google Shape;693;p18"/>
          <p:cNvSpPr txBox="1"/>
          <p:nvPr/>
        </p:nvSpPr>
        <p:spPr>
          <a:xfrm>
            <a:off x="6771131" y="3035808"/>
            <a:ext cx="1147572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575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키커 라벨</a:t>
            </a:r>
            <a:endParaRPr/>
          </a:p>
        </p:txBody>
      </p:sp>
      <p:sp>
        <p:nvSpPr>
          <p:cNvPr id="694" name="Google Shape;694;p18"/>
          <p:cNvSpPr txBox="1"/>
          <p:nvPr/>
        </p:nvSpPr>
        <p:spPr>
          <a:xfrm>
            <a:off x="4343400" y="3401568"/>
            <a:ext cx="36118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B4B4B4"/>
                </a:solidFill>
                <a:latin typeface="Consolas"/>
                <a:ea typeface="Consolas"/>
                <a:cs typeface="Consolas"/>
                <a:sym typeface="Consolas"/>
              </a:rPr>
              <a:t>코드 · 날짜는 Consolas 8 ~ 10.5pt</a:t>
            </a:r>
            <a:endParaRPr/>
          </a:p>
        </p:txBody>
      </p:sp>
      <p:sp>
        <p:nvSpPr>
          <p:cNvPr id="695" name="Google Shape;695;p18"/>
          <p:cNvSpPr txBox="1"/>
          <p:nvPr/>
        </p:nvSpPr>
        <p:spPr>
          <a:xfrm>
            <a:off x="4343400" y="3657600"/>
            <a:ext cx="36118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75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본문 기본값 21pt — 심사 기준 하한선</a:t>
            </a:r>
            <a:endParaRPr/>
          </a:p>
        </p:txBody>
      </p:sp>
      <p:sp>
        <p:nvSpPr>
          <p:cNvPr id="696" name="Google Shape;696;p18"/>
          <p:cNvSpPr txBox="1"/>
          <p:nvPr/>
        </p:nvSpPr>
        <p:spPr>
          <a:xfrm>
            <a:off x="8183879" y="1371600"/>
            <a:ext cx="3505169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C21620"/>
                </a:solidFill>
                <a:latin typeface="Malgun Gothic"/>
                <a:ea typeface="Malgun Gothic"/>
                <a:cs typeface="Malgun Gothic"/>
                <a:sym typeface="Malgun Gothic"/>
              </a:rPr>
              <a:t>LAYOUT  ·  그리드</a:t>
            </a:r>
            <a:endParaRPr/>
          </a:p>
        </p:txBody>
      </p:sp>
      <p:sp>
        <p:nvSpPr>
          <p:cNvPr id="697" name="Google Shape;697;p18"/>
          <p:cNvSpPr/>
          <p:nvPr/>
        </p:nvSpPr>
        <p:spPr>
          <a:xfrm>
            <a:off x="8183879" y="1627632"/>
            <a:ext cx="3505169" cy="10972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8" name="Google Shape;698;p18"/>
          <p:cNvSpPr/>
          <p:nvPr/>
        </p:nvSpPr>
        <p:spPr>
          <a:xfrm>
            <a:off x="8183879" y="1773936"/>
            <a:ext cx="2788920" cy="1152144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CDCDC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9" name="Google Shape;699;p18"/>
          <p:cNvSpPr/>
          <p:nvPr/>
        </p:nvSpPr>
        <p:spPr>
          <a:xfrm>
            <a:off x="8183879" y="1773936"/>
            <a:ext cx="2788920" cy="347472"/>
          </a:xfrm>
          <a:prstGeom prst="rect">
            <a:avLst/>
          </a:prstGeom>
          <a:solidFill>
            <a:srgbClr val="16060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0" name="Google Shape;700;p18"/>
          <p:cNvSpPr/>
          <p:nvPr/>
        </p:nvSpPr>
        <p:spPr>
          <a:xfrm>
            <a:off x="8183879" y="2121408"/>
            <a:ext cx="2788920" cy="18288"/>
          </a:xfrm>
          <a:prstGeom prst="rect">
            <a:avLst/>
          </a:prstGeom>
          <a:solidFill>
            <a:srgbClr val="FF27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1" name="Google Shape;701;p18"/>
          <p:cNvSpPr txBox="1"/>
          <p:nvPr/>
        </p:nvSpPr>
        <p:spPr>
          <a:xfrm>
            <a:off x="8375904" y="1874519"/>
            <a:ext cx="1280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F3E6E6"/>
                </a:solidFill>
                <a:latin typeface="Malgun Gothic"/>
                <a:ea typeface="Malgun Gothic"/>
                <a:cs typeface="Malgun Gothic"/>
                <a:sym typeface="Malgun Gothic"/>
              </a:rPr>
              <a:t>제목 3</a:t>
            </a:r>
            <a:r>
              <a:rPr b="1" lang="en-US" sz="900">
                <a:solidFill>
                  <a:srgbClr val="F3E6E6"/>
                </a:solidFill>
                <a:latin typeface="Malgun Gothic"/>
                <a:ea typeface="Malgun Gothic"/>
                <a:cs typeface="Malgun Gothic"/>
                <a:sym typeface="Malgun Gothic"/>
              </a:rPr>
              <a:t>2</a:t>
            </a:r>
            <a:r>
              <a:rPr b="1" i="0" lang="en-US" sz="900" u="none" cap="none" strike="noStrike">
                <a:solidFill>
                  <a:srgbClr val="F3E6E6"/>
                </a:solidFill>
                <a:latin typeface="Malgun Gothic"/>
                <a:ea typeface="Malgun Gothic"/>
                <a:cs typeface="Malgun Gothic"/>
                <a:sym typeface="Malgun Gothic"/>
              </a:rPr>
              <a:t>pt</a:t>
            </a:r>
            <a:endParaRPr/>
          </a:p>
        </p:txBody>
      </p:sp>
      <p:sp>
        <p:nvSpPr>
          <p:cNvPr id="702" name="Google Shape;702;p18"/>
          <p:cNvSpPr txBox="1"/>
          <p:nvPr/>
        </p:nvSpPr>
        <p:spPr>
          <a:xfrm>
            <a:off x="10424160" y="1883664"/>
            <a:ext cx="4114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D3BFC0"/>
                </a:solidFill>
                <a:latin typeface="Malgun Gothic"/>
                <a:ea typeface="Malgun Gothic"/>
                <a:cs typeface="Malgun Gothic"/>
                <a:sym typeface="Malgun Gothic"/>
              </a:rPr>
              <a:t>메타</a:t>
            </a:r>
            <a:endParaRPr/>
          </a:p>
        </p:txBody>
      </p:sp>
      <p:sp>
        <p:nvSpPr>
          <p:cNvPr id="703" name="Google Shape;703;p18"/>
          <p:cNvSpPr/>
          <p:nvPr/>
        </p:nvSpPr>
        <p:spPr>
          <a:xfrm>
            <a:off x="8375904" y="2267712"/>
            <a:ext cx="658368" cy="54864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4" name="Google Shape;704;p18"/>
          <p:cNvSpPr/>
          <p:nvPr/>
        </p:nvSpPr>
        <p:spPr>
          <a:xfrm>
            <a:off x="9198864" y="2267712"/>
            <a:ext cx="658368" cy="54864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5" name="Google Shape;705;p18"/>
          <p:cNvSpPr/>
          <p:nvPr/>
        </p:nvSpPr>
        <p:spPr>
          <a:xfrm>
            <a:off x="10021824" y="2267712"/>
            <a:ext cx="658368" cy="54864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6" name="Google Shape;706;p18"/>
          <p:cNvSpPr/>
          <p:nvPr/>
        </p:nvSpPr>
        <p:spPr>
          <a:xfrm>
            <a:off x="8183879" y="1773936"/>
            <a:ext cx="192024" cy="1152144"/>
          </a:xfrm>
          <a:prstGeom prst="rect">
            <a:avLst/>
          </a:prstGeom>
          <a:noFill/>
          <a:ln cap="flat" cmpd="sng" w="9525">
            <a:solidFill>
              <a:srgbClr val="B4B4B4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7" name="Google Shape;707;p18"/>
          <p:cNvSpPr/>
          <p:nvPr/>
        </p:nvSpPr>
        <p:spPr>
          <a:xfrm>
            <a:off x="10780776" y="1773936"/>
            <a:ext cx="192024" cy="1152144"/>
          </a:xfrm>
          <a:prstGeom prst="rect">
            <a:avLst/>
          </a:prstGeom>
          <a:noFill/>
          <a:ln cap="flat" cmpd="sng" w="9525">
            <a:solidFill>
              <a:srgbClr val="B4B4B4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8" name="Google Shape;708;p18"/>
          <p:cNvSpPr txBox="1"/>
          <p:nvPr/>
        </p:nvSpPr>
        <p:spPr>
          <a:xfrm>
            <a:off x="8183879" y="3017520"/>
            <a:ext cx="9601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슬라이드</a:t>
            </a:r>
            <a:endParaRPr/>
          </a:p>
        </p:txBody>
      </p:sp>
      <p:sp>
        <p:nvSpPr>
          <p:cNvPr id="709" name="Google Shape;709;p18"/>
          <p:cNvSpPr txBox="1"/>
          <p:nvPr/>
        </p:nvSpPr>
        <p:spPr>
          <a:xfrm>
            <a:off x="9189719" y="3017520"/>
            <a:ext cx="2499329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75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13.33 × 7.5 in (16:9)</a:t>
            </a:r>
            <a:endParaRPr/>
          </a:p>
        </p:txBody>
      </p:sp>
      <p:sp>
        <p:nvSpPr>
          <p:cNvPr id="710" name="Google Shape;710;p18"/>
          <p:cNvSpPr txBox="1"/>
          <p:nvPr/>
        </p:nvSpPr>
        <p:spPr>
          <a:xfrm>
            <a:off x="8183879" y="3236976"/>
            <a:ext cx="9601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좌우 여백</a:t>
            </a:r>
            <a:endParaRPr/>
          </a:p>
        </p:txBody>
      </p:sp>
      <p:sp>
        <p:nvSpPr>
          <p:cNvPr id="711" name="Google Shape;711;p18"/>
          <p:cNvSpPr txBox="1"/>
          <p:nvPr/>
        </p:nvSpPr>
        <p:spPr>
          <a:xfrm>
            <a:off x="9189719" y="3236976"/>
            <a:ext cx="2499329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75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0.93 in — 모든 요소의 기준선</a:t>
            </a:r>
            <a:endParaRPr/>
          </a:p>
        </p:txBody>
      </p:sp>
      <p:sp>
        <p:nvSpPr>
          <p:cNvPr id="712" name="Google Shape;712;p18"/>
          <p:cNvSpPr txBox="1"/>
          <p:nvPr/>
        </p:nvSpPr>
        <p:spPr>
          <a:xfrm>
            <a:off x="8183879" y="3456432"/>
            <a:ext cx="9601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상단 띠</a:t>
            </a:r>
            <a:endParaRPr/>
          </a:p>
        </p:txBody>
      </p:sp>
      <p:sp>
        <p:nvSpPr>
          <p:cNvPr id="713" name="Google Shape;713;p18"/>
          <p:cNvSpPr txBox="1"/>
          <p:nvPr/>
        </p:nvSpPr>
        <p:spPr>
          <a:xfrm>
            <a:off x="9189719" y="3456432"/>
            <a:ext cx="2499329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75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1.92 in + 붉은 선 0.035 in</a:t>
            </a:r>
            <a:endParaRPr/>
          </a:p>
        </p:txBody>
      </p:sp>
      <p:sp>
        <p:nvSpPr>
          <p:cNvPr id="714" name="Google Shape;714;p18"/>
          <p:cNvSpPr txBox="1"/>
          <p:nvPr/>
        </p:nvSpPr>
        <p:spPr>
          <a:xfrm>
            <a:off x="8183879" y="3675887"/>
            <a:ext cx="9601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콘텐츠 시작</a:t>
            </a:r>
            <a:endParaRPr/>
          </a:p>
        </p:txBody>
      </p:sp>
      <p:sp>
        <p:nvSpPr>
          <p:cNvPr id="715" name="Google Shape;715;p18"/>
          <p:cNvSpPr txBox="1"/>
          <p:nvPr/>
        </p:nvSpPr>
        <p:spPr>
          <a:xfrm>
            <a:off x="9189719" y="3675887"/>
            <a:ext cx="2499329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75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y = 2.34 in · 간격 0.22 / 0.35</a:t>
            </a:r>
            <a:endParaRPr/>
          </a:p>
        </p:txBody>
      </p:sp>
      <p:sp>
        <p:nvSpPr>
          <p:cNvPr id="716" name="Google Shape;716;p18"/>
          <p:cNvSpPr/>
          <p:nvPr/>
        </p:nvSpPr>
        <p:spPr>
          <a:xfrm>
            <a:off x="502920" y="3895344"/>
            <a:ext cx="11186129" cy="10972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7" name="Google Shape;717;p18"/>
          <p:cNvSpPr txBox="1"/>
          <p:nvPr/>
        </p:nvSpPr>
        <p:spPr>
          <a:xfrm>
            <a:off x="502920" y="4005072"/>
            <a:ext cx="54864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C21620"/>
                </a:solidFill>
                <a:latin typeface="Malgun Gothic"/>
                <a:ea typeface="Malgun Gothic"/>
                <a:cs typeface="Malgun Gothic"/>
                <a:sym typeface="Malgun Gothic"/>
              </a:rPr>
              <a:t>COMPONENT  ·  복사해서 쓰는 조각</a:t>
            </a:r>
            <a:endParaRPr/>
          </a:p>
        </p:txBody>
      </p:sp>
      <p:sp>
        <p:nvSpPr>
          <p:cNvPr id="718" name="Google Shape;718;p18"/>
          <p:cNvSpPr txBox="1"/>
          <p:nvPr/>
        </p:nvSpPr>
        <p:spPr>
          <a:xfrm>
            <a:off x="502920" y="4169663"/>
            <a:ext cx="2618224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B4B4B4"/>
                </a:solidFill>
                <a:latin typeface="Malgun Gothic"/>
                <a:ea typeface="Malgun Gothic"/>
                <a:cs typeface="Malgun Gothic"/>
                <a:sym typeface="Malgun Gothic"/>
              </a:rPr>
              <a:t>카드 (기본)</a:t>
            </a:r>
            <a:endParaRPr/>
          </a:p>
        </p:txBody>
      </p:sp>
      <p:sp>
        <p:nvSpPr>
          <p:cNvPr id="719" name="Google Shape;719;p18"/>
          <p:cNvSpPr/>
          <p:nvPr/>
        </p:nvSpPr>
        <p:spPr>
          <a:xfrm>
            <a:off x="502920" y="4352544"/>
            <a:ext cx="2618224" cy="1005840"/>
          </a:xfrm>
          <a:prstGeom prst="rect">
            <a:avLst/>
          </a:prstGeom>
          <a:solidFill>
            <a:srgbClr val="F4F4F4"/>
          </a:solidFill>
          <a:ln cap="flat" cmpd="sng" w="12700">
            <a:solidFill>
              <a:srgbClr val="DCDCDC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0" name="Google Shape;720;p18"/>
          <p:cNvSpPr txBox="1"/>
          <p:nvPr/>
        </p:nvSpPr>
        <p:spPr>
          <a:xfrm>
            <a:off x="685800" y="4498848"/>
            <a:ext cx="2252464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카드 제목 21pt</a:t>
            </a:r>
            <a:endParaRPr/>
          </a:p>
        </p:txBody>
      </p:sp>
      <p:sp>
        <p:nvSpPr>
          <p:cNvPr id="721" name="Google Shape;721;p18"/>
          <p:cNvSpPr txBox="1"/>
          <p:nvPr/>
        </p:nvSpPr>
        <p:spPr>
          <a:xfrm>
            <a:off x="685800" y="4809744"/>
            <a:ext cx="2252464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575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설명 15pt · #575757</a:t>
            </a:r>
            <a:endParaRPr/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575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행간 1.35</a:t>
            </a:r>
            <a:endParaRPr/>
          </a:p>
        </p:txBody>
      </p:sp>
      <p:sp>
        <p:nvSpPr>
          <p:cNvPr id="722" name="Google Shape;722;p18"/>
          <p:cNvSpPr txBox="1"/>
          <p:nvPr/>
        </p:nvSpPr>
        <p:spPr>
          <a:xfrm>
            <a:off x="3358888" y="4169663"/>
            <a:ext cx="2618224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B4B4B4"/>
                </a:solidFill>
                <a:latin typeface="Malgun Gothic"/>
                <a:ea typeface="Malgun Gothic"/>
                <a:cs typeface="Malgun Gothic"/>
                <a:sym typeface="Malgun Gothic"/>
              </a:rPr>
              <a:t>카드 (강조 · 채택)</a:t>
            </a:r>
            <a:endParaRPr/>
          </a:p>
        </p:txBody>
      </p:sp>
      <p:sp>
        <p:nvSpPr>
          <p:cNvPr id="723" name="Google Shape;723;p18"/>
          <p:cNvSpPr/>
          <p:nvPr/>
        </p:nvSpPr>
        <p:spPr>
          <a:xfrm>
            <a:off x="3358888" y="4352544"/>
            <a:ext cx="2618224" cy="1005840"/>
          </a:xfrm>
          <a:prstGeom prst="rect">
            <a:avLst/>
          </a:prstGeom>
          <a:solidFill>
            <a:srgbClr val="160607"/>
          </a:solidFill>
          <a:ln cap="flat" cmpd="sng" w="22225">
            <a:solidFill>
              <a:srgbClr val="FF2733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4" name="Google Shape;724;p18"/>
          <p:cNvSpPr txBox="1"/>
          <p:nvPr/>
        </p:nvSpPr>
        <p:spPr>
          <a:xfrm>
            <a:off x="3541768" y="4498848"/>
            <a:ext cx="2252464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3E6E6"/>
                </a:solidFill>
                <a:latin typeface="Malgun Gothic"/>
                <a:ea typeface="Malgun Gothic"/>
                <a:cs typeface="Malgun Gothic"/>
                <a:sym typeface="Malgun Gothic"/>
              </a:rPr>
              <a:t>카드 제목 21pt</a:t>
            </a:r>
            <a:endParaRPr/>
          </a:p>
        </p:txBody>
      </p:sp>
      <p:sp>
        <p:nvSpPr>
          <p:cNvPr id="725" name="Google Shape;725;p18"/>
          <p:cNvSpPr txBox="1"/>
          <p:nvPr/>
        </p:nvSpPr>
        <p:spPr>
          <a:xfrm>
            <a:off x="3541768" y="4809744"/>
            <a:ext cx="2252464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D3BFC0"/>
                </a:solidFill>
                <a:latin typeface="Malgun Gothic"/>
                <a:ea typeface="Malgun Gothic"/>
                <a:cs typeface="Malgun Gothic"/>
                <a:sym typeface="Malgun Gothic"/>
              </a:rPr>
              <a:t>설명 15pt · #D3BFC0</a:t>
            </a:r>
            <a:endParaRPr/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D3BFC0"/>
                </a:solidFill>
                <a:latin typeface="Malgun Gothic"/>
                <a:ea typeface="Malgun Gothic"/>
                <a:cs typeface="Malgun Gothic"/>
                <a:sym typeface="Malgun Gothic"/>
              </a:rPr>
              <a:t>테두리 #FF2733 1.75pt</a:t>
            </a:r>
            <a:endParaRPr/>
          </a:p>
        </p:txBody>
      </p:sp>
      <p:sp>
        <p:nvSpPr>
          <p:cNvPr id="726" name="Google Shape;726;p18"/>
          <p:cNvSpPr txBox="1"/>
          <p:nvPr/>
        </p:nvSpPr>
        <p:spPr>
          <a:xfrm>
            <a:off x="6214856" y="4169663"/>
            <a:ext cx="2618224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B4B4B4"/>
                </a:solidFill>
                <a:latin typeface="Malgun Gothic"/>
                <a:ea typeface="Malgun Gothic"/>
                <a:cs typeface="Malgun Gothic"/>
                <a:sym typeface="Malgun Gothic"/>
              </a:rPr>
              <a:t>스탯 타일</a:t>
            </a:r>
            <a:endParaRPr/>
          </a:p>
        </p:txBody>
      </p:sp>
      <p:sp>
        <p:nvSpPr>
          <p:cNvPr id="727" name="Google Shape;727;p18"/>
          <p:cNvSpPr/>
          <p:nvPr/>
        </p:nvSpPr>
        <p:spPr>
          <a:xfrm>
            <a:off x="6214856" y="4352544"/>
            <a:ext cx="2618224" cy="100584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8" name="Google Shape;728;p18"/>
          <p:cNvSpPr txBox="1"/>
          <p:nvPr/>
        </p:nvSpPr>
        <p:spPr>
          <a:xfrm>
            <a:off x="6397736" y="4462272"/>
            <a:ext cx="2252464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C21620"/>
                </a:solidFill>
                <a:latin typeface="Malgun Gothic"/>
                <a:ea typeface="Malgun Gothic"/>
                <a:cs typeface="Malgun Gothic"/>
                <a:sym typeface="Malgun Gothic"/>
              </a:rPr>
              <a:t>13개 → 5개</a:t>
            </a:r>
            <a:endParaRPr/>
          </a:p>
        </p:txBody>
      </p:sp>
      <p:sp>
        <p:nvSpPr>
          <p:cNvPr id="729" name="Google Shape;729;p18"/>
          <p:cNvSpPr txBox="1"/>
          <p:nvPr/>
        </p:nvSpPr>
        <p:spPr>
          <a:xfrm>
            <a:off x="6397736" y="4846320"/>
            <a:ext cx="2252464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라벨 14pt</a:t>
            </a:r>
            <a:endParaRPr/>
          </a:p>
        </p:txBody>
      </p:sp>
      <p:sp>
        <p:nvSpPr>
          <p:cNvPr id="730" name="Google Shape;730;p18"/>
          <p:cNvSpPr txBox="1"/>
          <p:nvPr/>
        </p:nvSpPr>
        <p:spPr>
          <a:xfrm>
            <a:off x="6397736" y="5074920"/>
            <a:ext cx="2252464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75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보충 설명 12pt</a:t>
            </a:r>
            <a:endParaRPr/>
          </a:p>
        </p:txBody>
      </p:sp>
      <p:sp>
        <p:nvSpPr>
          <p:cNvPr id="731" name="Google Shape;731;p18"/>
          <p:cNvSpPr txBox="1"/>
          <p:nvPr/>
        </p:nvSpPr>
        <p:spPr>
          <a:xfrm>
            <a:off x="9070825" y="4169663"/>
            <a:ext cx="2618224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B4B4B4"/>
                </a:solidFill>
                <a:latin typeface="Malgun Gothic"/>
                <a:ea typeface="Malgun Gothic"/>
                <a:cs typeface="Malgun Gothic"/>
                <a:sym typeface="Malgun Gothic"/>
              </a:rPr>
              <a:t>배지 · 넘버 · 칩</a:t>
            </a:r>
            <a:endParaRPr/>
          </a:p>
        </p:txBody>
      </p:sp>
      <p:sp>
        <p:nvSpPr>
          <p:cNvPr id="732" name="Google Shape;732;p18"/>
          <p:cNvSpPr/>
          <p:nvPr/>
        </p:nvSpPr>
        <p:spPr>
          <a:xfrm>
            <a:off x="9070825" y="4352544"/>
            <a:ext cx="2618224" cy="10058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CDCDC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3" name="Google Shape;733;p18"/>
          <p:cNvSpPr/>
          <p:nvPr/>
        </p:nvSpPr>
        <p:spPr>
          <a:xfrm>
            <a:off x="9253705" y="4480559"/>
            <a:ext cx="621792" cy="256032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4" name="Google Shape;734;p18"/>
          <p:cNvSpPr txBox="1"/>
          <p:nvPr/>
        </p:nvSpPr>
        <p:spPr>
          <a:xfrm>
            <a:off x="9253705" y="4480559"/>
            <a:ext cx="62179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575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기각</a:t>
            </a:r>
            <a:endParaRPr/>
          </a:p>
        </p:txBody>
      </p:sp>
      <p:sp>
        <p:nvSpPr>
          <p:cNvPr id="735" name="Google Shape;735;p18"/>
          <p:cNvSpPr/>
          <p:nvPr/>
        </p:nvSpPr>
        <p:spPr>
          <a:xfrm>
            <a:off x="9966937" y="4480559"/>
            <a:ext cx="621792" cy="256032"/>
          </a:xfrm>
          <a:prstGeom prst="rect">
            <a:avLst/>
          </a:prstGeom>
          <a:solidFill>
            <a:srgbClr val="FF27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6" name="Google Shape;736;p18"/>
          <p:cNvSpPr txBox="1"/>
          <p:nvPr/>
        </p:nvSpPr>
        <p:spPr>
          <a:xfrm>
            <a:off x="9966937" y="4480559"/>
            <a:ext cx="62179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160607"/>
                </a:solidFill>
                <a:latin typeface="Malgun Gothic"/>
                <a:ea typeface="Malgun Gothic"/>
                <a:cs typeface="Malgun Gothic"/>
                <a:sym typeface="Malgun Gothic"/>
              </a:rPr>
              <a:t>채택</a:t>
            </a:r>
            <a:endParaRPr/>
          </a:p>
        </p:txBody>
      </p:sp>
      <p:sp>
        <p:nvSpPr>
          <p:cNvPr id="737" name="Google Shape;737;p18"/>
          <p:cNvSpPr txBox="1"/>
          <p:nvPr/>
        </p:nvSpPr>
        <p:spPr>
          <a:xfrm>
            <a:off x="9253705" y="4828031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C21620"/>
                </a:solidFill>
                <a:latin typeface="Malgun Gothic"/>
                <a:ea typeface="Malgun Gothic"/>
                <a:cs typeface="Malgun Gothic"/>
                <a:sym typeface="Malgun Gothic"/>
              </a:rPr>
              <a:t>01</a:t>
            </a:r>
            <a:endParaRPr/>
          </a:p>
        </p:txBody>
      </p:sp>
      <p:sp>
        <p:nvSpPr>
          <p:cNvPr id="738" name="Google Shape;738;p18"/>
          <p:cNvSpPr/>
          <p:nvPr/>
        </p:nvSpPr>
        <p:spPr>
          <a:xfrm>
            <a:off x="9784057" y="4846320"/>
            <a:ext cx="841248" cy="274320"/>
          </a:xfrm>
          <a:prstGeom prst="rect">
            <a:avLst/>
          </a:prstGeom>
          <a:solidFill>
            <a:srgbClr val="F4F4F4"/>
          </a:solidFill>
          <a:ln cap="flat" cmpd="sng" w="12700">
            <a:solidFill>
              <a:srgbClr val="DCDCDC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9" name="Google Shape;739;p18"/>
          <p:cNvSpPr txBox="1"/>
          <p:nvPr/>
        </p:nvSpPr>
        <p:spPr>
          <a:xfrm>
            <a:off x="9784057" y="4846320"/>
            <a:ext cx="84124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단계 칩</a:t>
            </a:r>
            <a:endParaRPr/>
          </a:p>
        </p:txBody>
      </p:sp>
      <p:sp>
        <p:nvSpPr>
          <p:cNvPr id="740" name="Google Shape;740;p18"/>
          <p:cNvSpPr/>
          <p:nvPr/>
        </p:nvSpPr>
        <p:spPr>
          <a:xfrm>
            <a:off x="10698457" y="4846320"/>
            <a:ext cx="841248" cy="274320"/>
          </a:xfrm>
          <a:prstGeom prst="rect">
            <a:avLst/>
          </a:prstGeom>
          <a:solidFill>
            <a:srgbClr val="160607"/>
          </a:solidFill>
          <a:ln cap="flat" cmpd="sng" w="19050">
            <a:solidFill>
              <a:srgbClr val="FF2733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1" name="Google Shape;741;p18"/>
          <p:cNvSpPr txBox="1"/>
          <p:nvPr/>
        </p:nvSpPr>
        <p:spPr>
          <a:xfrm>
            <a:off x="10698457" y="4846320"/>
            <a:ext cx="84124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F3E6E6"/>
                </a:solidFill>
                <a:latin typeface="Malgun Gothic"/>
                <a:ea typeface="Malgun Gothic"/>
                <a:cs typeface="Malgun Gothic"/>
                <a:sym typeface="Malgun Gothic"/>
              </a:rPr>
              <a:t>강조 칩</a:t>
            </a:r>
            <a:endParaRPr/>
          </a:p>
        </p:txBody>
      </p:sp>
      <p:sp>
        <p:nvSpPr>
          <p:cNvPr id="742" name="Google Shape;742;p18"/>
          <p:cNvSpPr txBox="1"/>
          <p:nvPr/>
        </p:nvSpPr>
        <p:spPr>
          <a:xfrm>
            <a:off x="502920" y="5559551"/>
            <a:ext cx="2618224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B4B4B4"/>
                </a:solidFill>
                <a:latin typeface="Malgun Gothic"/>
                <a:ea typeface="Malgun Gothic"/>
                <a:cs typeface="Malgun Gothic"/>
                <a:sym typeface="Malgun Gothic"/>
              </a:rPr>
              <a:t>코드 카드</a:t>
            </a:r>
            <a:endParaRPr/>
          </a:p>
        </p:txBody>
      </p:sp>
      <p:sp>
        <p:nvSpPr>
          <p:cNvPr id="743" name="Google Shape;743;p18"/>
          <p:cNvSpPr/>
          <p:nvPr/>
        </p:nvSpPr>
        <p:spPr>
          <a:xfrm>
            <a:off x="502920" y="5742431"/>
            <a:ext cx="2618224" cy="896112"/>
          </a:xfrm>
          <a:prstGeom prst="rect">
            <a:avLst/>
          </a:prstGeom>
          <a:solidFill>
            <a:srgbClr val="1F0A0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4" name="Google Shape;744;p18"/>
          <p:cNvSpPr txBox="1"/>
          <p:nvPr/>
        </p:nvSpPr>
        <p:spPr>
          <a:xfrm>
            <a:off x="685800" y="5852159"/>
            <a:ext cx="2252464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FF2733"/>
                </a:solidFill>
                <a:latin typeface="Consolas"/>
                <a:ea typeface="Consolas"/>
                <a:cs typeface="Consolas"/>
                <a:sym typeface="Consolas"/>
              </a:rPr>
              <a:t>GameScreen.tsx</a:t>
            </a:r>
            <a:endParaRPr/>
          </a:p>
        </p:txBody>
      </p:sp>
      <p:sp>
        <p:nvSpPr>
          <p:cNvPr id="745" name="Google Shape;745;p18"/>
          <p:cNvSpPr txBox="1"/>
          <p:nvPr/>
        </p:nvSpPr>
        <p:spPr>
          <a:xfrm>
            <a:off x="685800" y="6089903"/>
            <a:ext cx="2252464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D3BFC0"/>
                </a:solidFill>
                <a:latin typeface="Consolas"/>
                <a:ea typeface="Consolas"/>
                <a:cs typeface="Consolas"/>
                <a:sym typeface="Consolas"/>
              </a:rPr>
              <a:t>const m = modalFor(state);</a:t>
            </a:r>
            <a:endParaRPr/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D3BFC0"/>
                </a:solidFill>
                <a:latin typeface="Consolas"/>
                <a:ea typeface="Consolas"/>
                <a:cs typeface="Consolas"/>
                <a:sym typeface="Consolas"/>
              </a:rPr>
              <a:t>return &lt;MainScreen … /&gt;;</a:t>
            </a:r>
            <a:endParaRPr/>
          </a:p>
        </p:txBody>
      </p:sp>
      <p:sp>
        <p:nvSpPr>
          <p:cNvPr id="746" name="Google Shape;746;p18"/>
          <p:cNvSpPr txBox="1"/>
          <p:nvPr/>
        </p:nvSpPr>
        <p:spPr>
          <a:xfrm>
            <a:off x="3358888" y="5559551"/>
            <a:ext cx="2618224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B4B4B4"/>
                </a:solidFill>
                <a:latin typeface="Malgun Gothic"/>
                <a:ea typeface="Malgun Gothic"/>
                <a:cs typeface="Malgun Gothic"/>
                <a:sym typeface="Malgun Gothic"/>
              </a:rPr>
              <a:t>도식 · 타임라인</a:t>
            </a:r>
            <a:endParaRPr/>
          </a:p>
        </p:txBody>
      </p:sp>
      <p:sp>
        <p:nvSpPr>
          <p:cNvPr id="747" name="Google Shape;747;p18"/>
          <p:cNvSpPr/>
          <p:nvPr/>
        </p:nvSpPr>
        <p:spPr>
          <a:xfrm>
            <a:off x="3358888" y="5742431"/>
            <a:ext cx="2618224" cy="89611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CDCDC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8" name="Google Shape;748;p18"/>
          <p:cNvSpPr/>
          <p:nvPr/>
        </p:nvSpPr>
        <p:spPr>
          <a:xfrm>
            <a:off x="3541768" y="6144768"/>
            <a:ext cx="2252464" cy="10972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9" name="Google Shape;749;p18"/>
          <p:cNvSpPr/>
          <p:nvPr/>
        </p:nvSpPr>
        <p:spPr>
          <a:xfrm>
            <a:off x="3578344" y="6053327"/>
            <a:ext cx="182880" cy="182880"/>
          </a:xfrm>
          <a:prstGeom prst="ellipse">
            <a:avLst/>
          </a:prstGeom>
          <a:solidFill>
            <a:srgbClr val="1A1A1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0" name="Google Shape;750;p18"/>
          <p:cNvSpPr txBox="1"/>
          <p:nvPr/>
        </p:nvSpPr>
        <p:spPr>
          <a:xfrm>
            <a:off x="3468616" y="5861303"/>
            <a:ext cx="5029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575757"/>
                </a:solidFill>
                <a:latin typeface="Consolas"/>
                <a:ea typeface="Consolas"/>
                <a:cs typeface="Consolas"/>
                <a:sym typeface="Consolas"/>
              </a:rPr>
              <a:t>07/29</a:t>
            </a:r>
            <a:endParaRPr/>
          </a:p>
        </p:txBody>
      </p:sp>
      <p:sp>
        <p:nvSpPr>
          <p:cNvPr id="751" name="Google Shape;751;p18"/>
          <p:cNvSpPr txBox="1"/>
          <p:nvPr/>
        </p:nvSpPr>
        <p:spPr>
          <a:xfrm>
            <a:off x="3486904" y="6291071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v1.0</a:t>
            </a:r>
            <a:endParaRPr/>
          </a:p>
        </p:txBody>
      </p:sp>
      <p:sp>
        <p:nvSpPr>
          <p:cNvPr id="752" name="Google Shape;752;p18"/>
          <p:cNvSpPr/>
          <p:nvPr/>
        </p:nvSpPr>
        <p:spPr>
          <a:xfrm>
            <a:off x="4283445" y="6053327"/>
            <a:ext cx="182880" cy="182880"/>
          </a:xfrm>
          <a:prstGeom prst="ellipse">
            <a:avLst/>
          </a:prstGeom>
          <a:solidFill>
            <a:srgbClr val="1A1A1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3" name="Google Shape;753;p18"/>
          <p:cNvSpPr txBox="1"/>
          <p:nvPr/>
        </p:nvSpPr>
        <p:spPr>
          <a:xfrm>
            <a:off x="4173717" y="5861303"/>
            <a:ext cx="5029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575757"/>
                </a:solidFill>
                <a:latin typeface="Consolas"/>
                <a:ea typeface="Consolas"/>
                <a:cs typeface="Consolas"/>
                <a:sym typeface="Consolas"/>
              </a:rPr>
              <a:t>08/19</a:t>
            </a:r>
            <a:endParaRPr/>
          </a:p>
        </p:txBody>
      </p:sp>
      <p:sp>
        <p:nvSpPr>
          <p:cNvPr id="754" name="Google Shape;754;p18"/>
          <p:cNvSpPr txBox="1"/>
          <p:nvPr/>
        </p:nvSpPr>
        <p:spPr>
          <a:xfrm>
            <a:off x="4192005" y="6291071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중간</a:t>
            </a:r>
            <a:endParaRPr/>
          </a:p>
        </p:txBody>
      </p:sp>
      <p:sp>
        <p:nvSpPr>
          <p:cNvPr id="755" name="Google Shape;755;p18"/>
          <p:cNvSpPr/>
          <p:nvPr/>
        </p:nvSpPr>
        <p:spPr>
          <a:xfrm>
            <a:off x="4988547" y="6053327"/>
            <a:ext cx="182880" cy="182880"/>
          </a:xfrm>
          <a:prstGeom prst="ellipse">
            <a:avLst/>
          </a:prstGeom>
          <a:solidFill>
            <a:srgbClr val="1A1A1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6" name="Google Shape;756;p18"/>
          <p:cNvSpPr txBox="1"/>
          <p:nvPr/>
        </p:nvSpPr>
        <p:spPr>
          <a:xfrm>
            <a:off x="4878819" y="5861303"/>
            <a:ext cx="5029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575757"/>
                </a:solidFill>
                <a:latin typeface="Consolas"/>
                <a:ea typeface="Consolas"/>
                <a:cs typeface="Consolas"/>
                <a:sym typeface="Consolas"/>
              </a:rPr>
              <a:t>08/30</a:t>
            </a:r>
            <a:endParaRPr/>
          </a:p>
        </p:txBody>
      </p:sp>
      <p:sp>
        <p:nvSpPr>
          <p:cNvPr id="757" name="Google Shape;757;p18"/>
          <p:cNvSpPr txBox="1"/>
          <p:nvPr/>
        </p:nvSpPr>
        <p:spPr>
          <a:xfrm>
            <a:off x="4897107" y="6291071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동결</a:t>
            </a:r>
            <a:endParaRPr/>
          </a:p>
        </p:txBody>
      </p:sp>
      <p:sp>
        <p:nvSpPr>
          <p:cNvPr id="758" name="Google Shape;758;p18"/>
          <p:cNvSpPr/>
          <p:nvPr/>
        </p:nvSpPr>
        <p:spPr>
          <a:xfrm>
            <a:off x="5693648" y="6053327"/>
            <a:ext cx="182880" cy="182880"/>
          </a:xfrm>
          <a:prstGeom prst="ellipse">
            <a:avLst/>
          </a:prstGeom>
          <a:solidFill>
            <a:srgbClr val="C2162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9" name="Google Shape;759;p18"/>
          <p:cNvSpPr txBox="1"/>
          <p:nvPr/>
        </p:nvSpPr>
        <p:spPr>
          <a:xfrm>
            <a:off x="5583920" y="5861303"/>
            <a:ext cx="5029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C21620"/>
                </a:solidFill>
                <a:latin typeface="Consolas"/>
                <a:ea typeface="Consolas"/>
                <a:cs typeface="Consolas"/>
                <a:sym typeface="Consolas"/>
              </a:rPr>
              <a:t>09/08</a:t>
            </a:r>
            <a:endParaRPr/>
          </a:p>
        </p:txBody>
      </p:sp>
      <p:sp>
        <p:nvSpPr>
          <p:cNvPr id="760" name="Google Shape;760;p18"/>
          <p:cNvSpPr txBox="1"/>
          <p:nvPr/>
        </p:nvSpPr>
        <p:spPr>
          <a:xfrm>
            <a:off x="5602208" y="6291071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21620"/>
                </a:solidFill>
                <a:latin typeface="Malgun Gothic"/>
                <a:ea typeface="Malgun Gothic"/>
                <a:cs typeface="Malgun Gothic"/>
                <a:sym typeface="Malgun Gothic"/>
              </a:rPr>
              <a:t>최종</a:t>
            </a:r>
            <a:endParaRPr/>
          </a:p>
        </p:txBody>
      </p:sp>
      <p:sp>
        <p:nvSpPr>
          <p:cNvPr id="761" name="Google Shape;761;p18"/>
          <p:cNvSpPr txBox="1"/>
          <p:nvPr/>
        </p:nvSpPr>
        <p:spPr>
          <a:xfrm>
            <a:off x="6214856" y="5559551"/>
            <a:ext cx="2618224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B4B4B4"/>
                </a:solidFill>
                <a:latin typeface="Malgun Gothic"/>
                <a:ea typeface="Malgun Gothic"/>
                <a:cs typeface="Malgun Gothic"/>
                <a:sym typeface="Malgun Gothic"/>
              </a:rPr>
              <a:t>도식 · 흐름</a:t>
            </a:r>
            <a:endParaRPr/>
          </a:p>
        </p:txBody>
      </p:sp>
      <p:sp>
        <p:nvSpPr>
          <p:cNvPr id="762" name="Google Shape;762;p18"/>
          <p:cNvSpPr/>
          <p:nvPr/>
        </p:nvSpPr>
        <p:spPr>
          <a:xfrm>
            <a:off x="6214856" y="5742431"/>
            <a:ext cx="2618224" cy="89611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CDCDC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3" name="Google Shape;763;p18"/>
          <p:cNvSpPr/>
          <p:nvPr/>
        </p:nvSpPr>
        <p:spPr>
          <a:xfrm>
            <a:off x="6397736" y="5998464"/>
            <a:ext cx="603504" cy="365760"/>
          </a:xfrm>
          <a:prstGeom prst="rect">
            <a:avLst/>
          </a:prstGeom>
          <a:solidFill>
            <a:srgbClr val="F4F4F4"/>
          </a:solidFill>
          <a:ln cap="flat" cmpd="sng" w="12700">
            <a:solidFill>
              <a:srgbClr val="DCDCDC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4" name="Google Shape;764;p18"/>
          <p:cNvSpPr txBox="1"/>
          <p:nvPr/>
        </p:nvSpPr>
        <p:spPr>
          <a:xfrm>
            <a:off x="6397736" y="5998464"/>
            <a:ext cx="603504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묘사</a:t>
            </a:r>
            <a:endParaRPr/>
          </a:p>
        </p:txBody>
      </p:sp>
      <p:sp>
        <p:nvSpPr>
          <p:cNvPr id="765" name="Google Shape;765;p18"/>
          <p:cNvSpPr txBox="1"/>
          <p:nvPr/>
        </p:nvSpPr>
        <p:spPr>
          <a:xfrm>
            <a:off x="7001240" y="6016751"/>
            <a:ext cx="219456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575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→</a:t>
            </a:r>
            <a:endParaRPr/>
          </a:p>
        </p:txBody>
      </p:sp>
      <p:sp>
        <p:nvSpPr>
          <p:cNvPr id="766" name="Google Shape;766;p18"/>
          <p:cNvSpPr/>
          <p:nvPr/>
        </p:nvSpPr>
        <p:spPr>
          <a:xfrm>
            <a:off x="7220696" y="5998464"/>
            <a:ext cx="603504" cy="365760"/>
          </a:xfrm>
          <a:prstGeom prst="rect">
            <a:avLst/>
          </a:prstGeom>
          <a:solidFill>
            <a:srgbClr val="F4F4F4"/>
          </a:solidFill>
          <a:ln cap="flat" cmpd="sng" w="12700">
            <a:solidFill>
              <a:srgbClr val="DCDCDC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7" name="Google Shape;767;p18"/>
          <p:cNvSpPr txBox="1"/>
          <p:nvPr/>
        </p:nvSpPr>
        <p:spPr>
          <a:xfrm>
            <a:off x="7220696" y="5998464"/>
            <a:ext cx="603504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토론</a:t>
            </a:r>
            <a:endParaRPr/>
          </a:p>
        </p:txBody>
      </p:sp>
      <p:sp>
        <p:nvSpPr>
          <p:cNvPr id="768" name="Google Shape;768;p18"/>
          <p:cNvSpPr txBox="1"/>
          <p:nvPr/>
        </p:nvSpPr>
        <p:spPr>
          <a:xfrm>
            <a:off x="7824200" y="6016751"/>
            <a:ext cx="219456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575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→</a:t>
            </a:r>
            <a:endParaRPr/>
          </a:p>
        </p:txBody>
      </p:sp>
      <p:sp>
        <p:nvSpPr>
          <p:cNvPr id="769" name="Google Shape;769;p18"/>
          <p:cNvSpPr/>
          <p:nvPr/>
        </p:nvSpPr>
        <p:spPr>
          <a:xfrm>
            <a:off x="8043656" y="5998464"/>
            <a:ext cx="603504" cy="365760"/>
          </a:xfrm>
          <a:prstGeom prst="rect">
            <a:avLst/>
          </a:prstGeom>
          <a:solidFill>
            <a:srgbClr val="160607"/>
          </a:solidFill>
          <a:ln cap="flat" cmpd="sng" w="19050">
            <a:solidFill>
              <a:srgbClr val="FF2733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0" name="Google Shape;770;p18"/>
          <p:cNvSpPr txBox="1"/>
          <p:nvPr/>
        </p:nvSpPr>
        <p:spPr>
          <a:xfrm>
            <a:off x="8043656" y="5998464"/>
            <a:ext cx="603504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F3E6E6"/>
                </a:solidFill>
                <a:latin typeface="Malgun Gothic"/>
                <a:ea typeface="Malgun Gothic"/>
                <a:cs typeface="Malgun Gothic"/>
                <a:sym typeface="Malgun Gothic"/>
              </a:rPr>
              <a:t>지목</a:t>
            </a:r>
            <a:endParaRPr/>
          </a:p>
        </p:txBody>
      </p:sp>
      <p:sp>
        <p:nvSpPr>
          <p:cNvPr id="771" name="Google Shape;771;p18"/>
          <p:cNvSpPr txBox="1"/>
          <p:nvPr/>
        </p:nvSpPr>
        <p:spPr>
          <a:xfrm>
            <a:off x="9070825" y="5559551"/>
            <a:ext cx="2618224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B4B4B4"/>
                </a:solidFill>
                <a:latin typeface="Malgun Gothic"/>
                <a:ea typeface="Malgun Gothic"/>
                <a:cs typeface="Malgun Gothic"/>
                <a:sym typeface="Malgun Gothic"/>
              </a:rPr>
              <a:t>선 · 강조 바</a:t>
            </a:r>
            <a:endParaRPr/>
          </a:p>
        </p:txBody>
      </p:sp>
      <p:sp>
        <p:nvSpPr>
          <p:cNvPr id="772" name="Google Shape;772;p18"/>
          <p:cNvSpPr/>
          <p:nvPr/>
        </p:nvSpPr>
        <p:spPr>
          <a:xfrm>
            <a:off x="9070825" y="5742431"/>
            <a:ext cx="2618224" cy="89611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CDCDC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3" name="Google Shape;773;p18"/>
          <p:cNvSpPr/>
          <p:nvPr/>
        </p:nvSpPr>
        <p:spPr>
          <a:xfrm>
            <a:off x="9253705" y="5925312"/>
            <a:ext cx="2252464" cy="10972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4" name="Google Shape;774;p18"/>
          <p:cNvSpPr txBox="1"/>
          <p:nvPr/>
        </p:nvSpPr>
        <p:spPr>
          <a:xfrm>
            <a:off x="9253705" y="5980175"/>
            <a:ext cx="2252464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575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구분선 0.012in #DCDCDC</a:t>
            </a:r>
            <a:endParaRPr/>
          </a:p>
        </p:txBody>
      </p:sp>
      <p:sp>
        <p:nvSpPr>
          <p:cNvPr id="775" name="Google Shape;775;p18"/>
          <p:cNvSpPr/>
          <p:nvPr/>
        </p:nvSpPr>
        <p:spPr>
          <a:xfrm>
            <a:off x="9253705" y="6199631"/>
            <a:ext cx="1005840" cy="32004"/>
          </a:xfrm>
          <a:prstGeom prst="rect">
            <a:avLst/>
          </a:prstGeom>
          <a:solidFill>
            <a:srgbClr val="FF27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6" name="Google Shape;776;p18"/>
          <p:cNvSpPr txBox="1"/>
          <p:nvPr/>
        </p:nvSpPr>
        <p:spPr>
          <a:xfrm>
            <a:off x="9253705" y="6254496"/>
            <a:ext cx="2252464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575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강조 선 0.035in #FF2733</a:t>
            </a:r>
            <a:endParaRPr/>
          </a:p>
        </p:txBody>
      </p:sp>
      <p:sp>
        <p:nvSpPr>
          <p:cNvPr id="777" name="Google Shape;777;p18"/>
          <p:cNvSpPr/>
          <p:nvPr/>
        </p:nvSpPr>
        <p:spPr>
          <a:xfrm>
            <a:off x="9253705" y="6473951"/>
            <a:ext cx="32004" cy="128016"/>
          </a:xfrm>
          <a:prstGeom prst="rect">
            <a:avLst/>
          </a:prstGeom>
          <a:solidFill>
            <a:srgbClr val="FF27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8" name="Google Shape;778;p18"/>
          <p:cNvSpPr txBox="1"/>
          <p:nvPr/>
        </p:nvSpPr>
        <p:spPr>
          <a:xfrm>
            <a:off x="9363433" y="6455664"/>
            <a:ext cx="2161024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575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인용 바 (세로)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2026-08-27T07:51:17.000</dcterms:created>
  <dc:creator>TeamB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