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AE97"/>
          </a:solidFill>
          <a:ln w="12700"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86D5B"/>
                </a:solidFill>
                <a:latin typeface="Malgun Gothic"/>
              </a:rPr>
              <a:t>TEAM B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89888"/>
            <a:ext cx="676656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900" b="1" i="0">
                <a:solidFill>
                  <a:srgbClr val="1A2226"/>
                </a:solidFill>
                <a:latin typeface="Malgun Gothic"/>
              </a:rPr>
              <a:t>프롬프트를
되돌아보는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56692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606C6C"/>
                </a:solidFill>
                <a:latin typeface="Malgun Gothic"/>
              </a:rPr>
              <a:t>Claude Code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세션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로그에서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재작업의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원인을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찾아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
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다음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지시문을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더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정확하게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만드는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prompt-review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005840"/>
            <a:ext cx="3429000" cy="4434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536192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지시문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49640" y="2057400"/>
            <a:ext cx="1965960" cy="0"/>
          </a:xfrm>
          <a:prstGeom prst="line">
            <a:avLst/>
          </a:prstGeom>
          <a:ln w="38100">
            <a:solidFill>
              <a:srgbClr val="3EA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0" y="2514600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49640" y="3035808"/>
            <a:ext cx="1965960" cy="0"/>
          </a:xfrm>
          <a:prstGeom prst="line">
            <a:avLst/>
          </a:prstGeom>
          <a:ln w="38100">
            <a:solidFill>
              <a:srgbClr val="EF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49300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29768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EF7052"/>
                </a:solidFill>
                <a:latin typeface="Malgun Gothic"/>
              </a:rPr>
              <a:t>우리는 지금까지
산출물만 봤다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53328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6C6C"/>
                </a:solidFill>
                <a:latin typeface="Malgun Gothic"/>
              </a:rPr>
              <a:t>발표자료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6053328"/>
            <a:ext cx="6126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6C6C"/>
                </a:solidFill>
                <a:latin typeface="Malgun Gothic"/>
              </a:rPr>
              <a:t>팀원 소개 · 기획 배경 · 설계 · 활용 · 시연 · 결론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01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각자의 자리에서, 자기 로그를 돌아봅니다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27632"/>
            <a:ext cx="5943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A2226"/>
                </a:solidFill>
                <a:latin typeface="Malgun Gothic"/>
              </a:rPr>
              <a:t>요청자와 분석 대상이 항상 같습니다.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93392"/>
            <a:ext cx="557784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606C6C"/>
                </a:solidFill>
                <a:latin typeface="Malgun Gothic"/>
              </a:rPr>
              <a:t>3·4주차와 달리, 이 시스템은 남의 코드를 평가하지 않습니다.
각자가 자기 PC에서 자기 세션을 분석합니다.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7180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3209544"/>
            <a:ext cx="530352" cy="530352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29440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16382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유민성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502152"/>
            <a:ext cx="14173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sz="1200" b="0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93008" y="297180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94176" y="3209544"/>
            <a:ext cx="530352" cy="530352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329440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16382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김정현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502152"/>
            <a:ext cx="14173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sz="1200" b="0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9536" y="4535424"/>
            <a:ext cx="530352" cy="530352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62028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48970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 dirty="0" err="1">
                <a:solidFill>
                  <a:srgbClr val="1A2226"/>
                </a:solidFill>
                <a:latin typeface="Malgun Gothic"/>
              </a:rPr>
              <a:t>이현우</a:t>
            </a:r>
            <a:endParaRPr sz="1600" b="1" i="0" dirty="0">
              <a:solidFill>
                <a:srgbClr val="1A2226"/>
              </a:solidFill>
              <a:latin typeface="Malgun Gothi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93008" y="429768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94176" y="4535424"/>
            <a:ext cx="530352" cy="530352"/>
          </a:xfrm>
          <a:prstGeom prst="ellipse">
            <a:avLst/>
          </a:prstGeom>
          <a:solidFill>
            <a:srgbClr val="638EBA"/>
          </a:solidFill>
          <a:ln>
            <a:solidFill>
              <a:srgbClr val="638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94176" y="462028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48970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박진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1664208"/>
            <a:ext cx="4709160" cy="452628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4032" y="205740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C74B"/>
                </a:solidFill>
                <a:latin typeface="Malgun Gothic"/>
              </a:rPr>
              <a:t>우리의 운영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560320"/>
            <a:ext cx="34747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FFDF8"/>
                </a:solidFill>
                <a:latin typeface="Malgun Gothic"/>
              </a:rPr>
              <a:t>개인 리포트는 개인에게
팀에는 패턴만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840480"/>
            <a:ext cx="3794760" cy="0"/>
          </a:xfrm>
          <a:prstGeom prst="line">
            <a:avLst/>
          </a:prstGeom>
          <a:ln w="12700">
            <a:solidFill>
              <a:srgbClr val="48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150608" y="4224528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51776" y="4160520"/>
            <a:ext cx="3639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DF8"/>
                </a:solidFill>
                <a:latin typeface="Malgun Gothic"/>
              </a:rPr>
              <a:t>로그 원문은 로컬에만 저장</a:t>
            </a:r>
          </a:p>
        </p:txBody>
      </p:sp>
      <p:sp>
        <p:nvSpPr>
          <p:cNvPr id="35" name="Oval 34"/>
          <p:cNvSpPr/>
          <p:nvPr/>
        </p:nvSpPr>
        <p:spPr>
          <a:xfrm>
            <a:off x="7150608" y="4681728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51776" y="4617720"/>
            <a:ext cx="3639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DF8"/>
                </a:solidFill>
                <a:latin typeface="Malgun Gothic"/>
              </a:rPr>
              <a:t>공유 여부는 본인이 결정</a:t>
            </a:r>
          </a:p>
        </p:txBody>
      </p:sp>
      <p:sp>
        <p:nvSpPr>
          <p:cNvPr id="37" name="Oval 36"/>
          <p:cNvSpPr/>
          <p:nvPr/>
        </p:nvSpPr>
        <p:spPr>
          <a:xfrm>
            <a:off x="7150608" y="5138928"/>
            <a:ext cx="100584" cy="100584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51776" y="5074920"/>
            <a:ext cx="3639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DF8"/>
                </a:solidFill>
                <a:latin typeface="Malgun Gothic"/>
              </a:rPr>
              <a:t>팀에는 인용 없는 패턴만 공유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1~4주차는 산출물을 봤고, 5주차는 과정을 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029968"/>
            <a:ext cx="438912" cy="438912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회의록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회의 기록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560320"/>
            <a:ext cx="338328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39312" y="2029968"/>
            <a:ext cx="438912" cy="438912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/알려주기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배운 개념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2560320"/>
            <a:ext cx="338328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27064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29968"/>
            <a:ext cx="438912" cy="438912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/codebook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남의 코드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50224" y="2560320"/>
            <a:ext cx="338328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80576" y="2029968"/>
            <a:ext cx="438912" cy="438912"/>
          </a:xfrm>
          <a:prstGeom prst="ellipse">
            <a:avLst/>
          </a:prstGeom>
          <a:solidFill>
            <a:srgbClr val="638EBA"/>
          </a:solidFill>
          <a:ln>
            <a:solidFill>
              <a:srgbClr val="638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/cleanflow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코드의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160520"/>
            <a:ext cx="640080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 i="0">
                <a:solidFill>
                  <a:srgbClr val="1A2226"/>
                </a:solidFill>
                <a:latin typeface="Malgun Gothic"/>
              </a:rPr>
              <a:t>그런데 결과를 만든 지시문은
한 번도 보지 않았습니다.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886200"/>
            <a:ext cx="3520440" cy="1627632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93271" y="4279392"/>
            <a:ext cx="3170138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같은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도구를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써도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
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결과가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사람마다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다른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이유</a:t>
            </a:r>
            <a:endParaRPr sz="2000" b="1" i="0" dirty="0">
              <a:solidFill>
                <a:srgbClr val="FFFDF8"/>
              </a:solidFill>
              <a:latin typeface="Malgun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19872" y="5093208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FFFDF8"/>
                </a:solidFill>
                <a:latin typeface="Malgun Gothic"/>
              </a:rPr>
              <a:t>지시문에 차이가 있기 때문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03 /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결과는 결국 성공하지만, 그 과정에 개선점이 남습니다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30352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대부분의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세션은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결국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성공합니다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.
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AI가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못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알아들으면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사람이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다시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말해주기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smtClean="0">
                <a:solidFill>
                  <a:srgbClr val="1A2226"/>
                </a:solidFill>
                <a:latin typeface="Malgun Gothic"/>
              </a:rPr>
              <a:t>때문입니다</a:t>
            </a:r>
            <a:endParaRPr sz="1700" b="1" i="0">
              <a:solidFill>
                <a:srgbClr val="1A2226"/>
              </a:solidFill>
              <a:latin typeface="Malgun Gothic"/>
            </a:endParaRPr>
          </a:p>
        </p:txBody>
      </p:sp>
      <p:sp>
        <p:nvSpPr>
          <p:cNvPr id="8" name="Oval 7"/>
          <p:cNvSpPr/>
          <p:nvPr/>
        </p:nvSpPr>
        <p:spPr>
          <a:xfrm>
            <a:off x="6629400" y="1737360"/>
            <a:ext cx="777240" cy="777240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861718"/>
            <a:ext cx="777240" cy="42748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FFFDF8"/>
                </a:solidFill>
                <a:latin typeface="Malgun Gothic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66873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처음</a:t>
            </a:r>
            <a:r>
              <a:rPr sz="1200" b="1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지시</a:t>
            </a:r>
            <a:endParaRPr sz="1200" b="1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13648" y="2880360"/>
            <a:ext cx="777240" cy="777240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3004718"/>
            <a:ext cx="777240" cy="42748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FFFDF8"/>
                </a:solidFill>
                <a:latin typeface="Malgun Gothic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67328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결과</a:t>
            </a:r>
            <a:r>
              <a:rPr sz="1200" b="1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어긋남</a:t>
            </a:r>
            <a:endParaRPr sz="1200" b="1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532120" y="4160520"/>
            <a:ext cx="777240" cy="777240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4284878"/>
            <a:ext cx="777240" cy="42748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1A2226"/>
                </a:solidFill>
                <a:latin typeface="Malgun Gothic"/>
              </a:rPr>
              <a:t>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047488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606C6C"/>
                </a:solidFill>
                <a:latin typeface="Malgun Gothic"/>
              </a:rPr>
              <a:t>다시 지시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96912" y="2084831"/>
            <a:ext cx="1344168" cy="978409"/>
          </a:xfrm>
          <a:prstGeom prst="line">
            <a:avLst/>
          </a:prstGeom>
          <a:ln w="25400">
            <a:solidFill>
              <a:srgbClr val="3EA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181344" y="3657600"/>
            <a:ext cx="2551176" cy="640080"/>
          </a:xfrm>
          <a:prstGeom prst="line">
            <a:avLst/>
          </a:prstGeom>
          <a:ln w="25400">
            <a:solidFill>
              <a:srgbClr val="EF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33872" y="2468880"/>
            <a:ext cx="1024128" cy="1719072"/>
          </a:xfrm>
          <a:prstGeom prst="line">
            <a:avLst/>
          </a:prstGeom>
          <a:ln w="25400">
            <a:solidFill>
              <a:srgbClr val="F4C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2880360"/>
            <a:ext cx="4297680" cy="2029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3474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좋은 프롬프트의 정의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19" y="3657600"/>
            <a:ext cx="4780353" cy="78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같은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결과를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
더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적은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왕복으로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얻는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지시문</a:t>
            </a:r>
            <a:endParaRPr sz="2300" b="1" i="0" dirty="0">
              <a:solidFill>
                <a:srgbClr val="1A2226"/>
              </a:solidFill>
              <a:latin typeface="Malgun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4498619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짧고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긴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것이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기준이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아니라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,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되돌아갔는지가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기준입니다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04 /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숫자가 아니라 재작업 사슬을 읽습니다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6400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기계적 신호는 어디부터 읽을지 정하는 단서입니다.
판정은 반드시 프롬프트 전문과 실제 맥락으로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42032"/>
            <a:ext cx="3474720" cy="2514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기계가 세는 것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3337560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3273552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프롬프트 수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721608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657600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길이 중앙값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4105656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041648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단문 비율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489704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425696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되돌리기 신호어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542032"/>
            <a:ext cx="3474720" cy="251460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4024" y="2852928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C74B"/>
                </a:solidFill>
                <a:latin typeface="Malgun Gothic"/>
              </a:rPr>
              <a:t>사람이 판단하는 것</a:t>
            </a:r>
          </a:p>
        </p:txBody>
      </p:sp>
      <p:sp>
        <p:nvSpPr>
          <p:cNvPr id="20" name="Oval 19"/>
          <p:cNvSpPr/>
          <p:nvPr/>
        </p:nvSpPr>
        <p:spPr>
          <a:xfrm>
            <a:off x="4773168" y="3337560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74336" y="3273552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어디서 어긋났는가</a:t>
            </a:r>
          </a:p>
        </p:txBody>
      </p:sp>
      <p:sp>
        <p:nvSpPr>
          <p:cNvPr id="22" name="Oval 21"/>
          <p:cNvSpPr/>
          <p:nvPr/>
        </p:nvSpPr>
        <p:spPr>
          <a:xfrm>
            <a:off x="4773168" y="3721608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74336" y="3657600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무엇이 빠졌는가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4105656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74336" y="4041648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원문으로 근거가 있는가</a:t>
            </a:r>
          </a:p>
        </p:txBody>
      </p:sp>
      <p:sp>
        <p:nvSpPr>
          <p:cNvPr id="26" name="Oval 25"/>
          <p:cNvSpPr/>
          <p:nvPr/>
        </p:nvSpPr>
        <p:spPr>
          <a:xfrm>
            <a:off x="4773168" y="4489704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74336" y="4425696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억지 지적은 아닌가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542032"/>
            <a:ext cx="3154680" cy="2514600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7072" y="2852928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DF8"/>
                </a:solidFill>
                <a:latin typeface="Malgun Gothic"/>
              </a:rPr>
              <a:t>리포트의 원칙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383280"/>
            <a:ext cx="2514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FFFDF8"/>
                </a:solidFill>
                <a:latin typeface="Malgun Gothic"/>
              </a:rPr>
              <a:t>원문 인용 없는
지적은 쓰지 않는다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806440"/>
            <a:ext cx="6583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A2226"/>
                </a:solidFill>
                <a:latin typeface="Malgun Gothic"/>
              </a:rPr>
              <a:t>숫자는 단서 · 인용은 근거 · 재측정은 판정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05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기계와 판단을 파일로 분리했습니다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6400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606C6C"/>
                </a:solidFill>
                <a:latin typeface="Malgun Gothic"/>
              </a:rPr>
              <a:t>자동화할 수 있는 사실과, 사람이 읽어야 하는 해석의 경계를 분명히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06324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A2226"/>
                </a:solidFill>
                <a:latin typeface="Malgun Gothic"/>
              </a:rPr>
              <a:t>~/.claude/projects/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606C6C"/>
                </a:solidFill>
                <a:latin typeface="Malgun Gothic"/>
              </a:rPr>
              <a:t>세션 로그 · JSONL
AI 응답 · 도구 결과 · 이미지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40280"/>
            <a:ext cx="3063240" cy="2176272"/>
          </a:xfrm>
          <a:prstGeom prst="roundRect">
            <a:avLst/>
          </a:prstGeom>
          <a:solidFill>
            <a:srgbClr val="186D5B"/>
          </a:solidFill>
          <a:ln w="12700">
            <a:solidFill>
              <a:srgbClr val="18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DF8"/>
                </a:solidFill>
                <a:latin typeface="Malgun Gothic"/>
              </a:rPr>
              <a:t>extract_prompts.py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찾고 · 거르고 · 센다
사람이 친 프롬프트만 추출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240280"/>
            <a:ext cx="3063240" cy="2176272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260604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4C74B"/>
                </a:solidFill>
                <a:latin typeface="Malgun Gothic"/>
              </a:rPr>
              <a:t>SKILL.md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15468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읽고 · 판단하고 · 쓴다
근거 있는 개선 리포트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328416"/>
            <a:ext cx="749809" cy="0"/>
          </a:xfrm>
          <a:prstGeom prst="line">
            <a:avLst/>
          </a:prstGeom>
          <a:ln w="38100">
            <a:solidFill>
              <a:srgbClr val="3EA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3328416"/>
            <a:ext cx="749807" cy="0"/>
          </a:xfrm>
          <a:prstGeom prst="line">
            <a:avLst/>
          </a:prstGeom>
          <a:ln w="38100">
            <a:solidFill>
              <a:srgbClr val="EF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08760" y="498348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606C6C"/>
                </a:solidFill>
                <a:latin typeface="Malgun Gothic"/>
              </a:rPr>
              <a:t>10MB+ 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491947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86D5B"/>
                </a:solidFill>
                <a:latin typeface="Malgun Gothi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98348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86D5B"/>
                </a:solidFill>
                <a:latin typeface="Malgun Gothic"/>
              </a:rPr>
              <a:t>7KB 다이제스트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491947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EF7052"/>
                </a:solidFill>
                <a:latin typeface="Malgun Gothi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983480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A2226"/>
                </a:solidFill>
                <a:latin typeface="Malgun Gothic"/>
              </a:rPr>
              <a:t>~/Downloads/ 개선점.md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06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한 줄 명령으로 선택부터 리포트까지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Oval 6"/>
          <p:cNvSpPr/>
          <p:nvPr/>
        </p:nvSpPr>
        <p:spPr>
          <a:xfrm>
            <a:off x="1536192" y="1856231"/>
            <a:ext cx="749808" cy="7498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36192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가장 큰 세션
하나 고르기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231136"/>
            <a:ext cx="731520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325112" y="1856231"/>
            <a:ext cx="749808" cy="749808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사람이 친 것만
남기기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2231136"/>
            <a:ext cx="731520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14031" y="1856231"/>
            <a:ext cx="749808" cy="749808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4031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1A2226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재작업 사슬과
원문 읽기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2231136"/>
            <a:ext cx="731519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902952" y="1856231"/>
            <a:ext cx="749808" cy="749808"/>
          </a:xfrm>
          <a:prstGeom prst="ellipse">
            <a:avLst/>
          </a:prstGeom>
          <a:solidFill>
            <a:srgbClr val="638EBA"/>
          </a:solidFill>
          <a:ln>
            <a:solidFill>
              <a:srgbClr val="638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2952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다음 세션에서
다시 재기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663440"/>
            <a:ext cx="10652760" cy="804672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901184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4C74B"/>
                </a:solidFill>
                <a:latin typeface="Malgun Gothic"/>
              </a:rPr>
              <a:t>/prompt-review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928616"/>
            <a:ext cx="69951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입력: 없음  ·  기본값: 가장 큰 세션  ·  출력: 로컬 개선 리포트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43600"/>
            <a:ext cx="9235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EF7052"/>
                </a:solidFill>
                <a:latin typeface="Malgun Gothic"/>
              </a:rPr>
              <a:t>표본 부족 또는 되돌아간 곳이 없으면, 리포트를 억지로 만들지 않고 멈춥니다.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07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시연: ‘고쳐줘’가 왜 다시 돌아왔는지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4937760" cy="425196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EAE97"/>
                </a:solidFill>
                <a:latin typeface="Malgun Gothic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FFDF8"/>
                </a:solidFill>
                <a:latin typeface="Malgun Gothic"/>
              </a:rPr>
              <a:t>&gt; /prompt-review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425196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세션 3개 발견
가장 큰 세션 선택: Zeteo / 10.9 MB
프롬프트 47개 추출
리포트 저장 완료
~/Downloads/Zeteo_5b624f99_개선점.md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19472"/>
            <a:ext cx="1188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C74B"/>
                </a:solidFill>
                <a:latin typeface="Malgun Gothic"/>
              </a:rPr>
              <a:t>한 줄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93792"/>
            <a:ext cx="4206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DF8"/>
                </a:solidFill>
                <a:latin typeface="Malgun Gothic"/>
              </a:rPr>
              <a:t>지시는 정확한데 성공 기준이 없어
세 번 되돌아갔습니다.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73352"/>
            <a:ext cx="5230368" cy="4251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993392"/>
            <a:ext cx="3383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리포트에서 발견한 패턴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80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A2226"/>
                </a:solidFill>
                <a:latin typeface="Malgun Gothic"/>
              </a:rPr>
              <a:t>성공 기준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063240"/>
            <a:ext cx="4114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F7052"/>
                </a:solidFill>
                <a:latin typeface="Malgun Gothic"/>
              </a:rPr>
              <a:t>“이거 좀 고쳐줘”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3952" y="3529584"/>
            <a:ext cx="4361688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73952" y="384048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이렇게 썼다면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251960"/>
            <a:ext cx="443484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A2226"/>
                </a:solidFill>
                <a:latin typeface="Malgun Gothic"/>
              </a:rPr>
              <a:t>“재연결 시 타이머가 어긋나는 걸 고쳐줘.
고친 뒤 방 두 개를 동시에 돌려서 시간이 맞는지 확인해줘.”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358384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6C6C"/>
                </a:solidFill>
                <a:latin typeface="Malgun Gothic"/>
              </a:rPr>
              <a:t>시연 포인트: 숫자는 단서, 원문과 재작업 흐름이 근거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08 /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시연 영상: 한 바퀴가 닫히는 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 · 시연 영상 삽입용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6812280" cy="448056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29000" y="2743200"/>
            <a:ext cx="1261872" cy="1261872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945099"/>
            <a:ext cx="1261872" cy="69402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700" b="1" i="0">
                <a:solidFill>
                  <a:srgbClr val="FFFDF8"/>
                </a:solidFill>
                <a:latin typeface="Malgun Gothic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51960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FFFDF8"/>
                </a:solidFill>
                <a:latin typeface="Malgun Gothic"/>
              </a:rPr>
              <a:t>시연 영상 삽입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773168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BEC6C0"/>
                </a:solidFill>
                <a:latin typeface="Malgun Gothic"/>
              </a:rPr>
              <a:t>녹화 후 이 영역에 영상 또는 링크를 삽입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64208"/>
            <a:ext cx="3456432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영상 구성</a:t>
            </a:r>
          </a:p>
        </p:txBody>
      </p:sp>
      <p:sp>
        <p:nvSpPr>
          <p:cNvPr id="14" name="Oval 13"/>
          <p:cNvSpPr/>
          <p:nvPr/>
        </p:nvSpPr>
        <p:spPr>
          <a:xfrm>
            <a:off x="8247888" y="2487168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533985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96312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/prompt-review 실행</a:t>
            </a:r>
          </a:p>
        </p:txBody>
      </p:sp>
      <p:sp>
        <p:nvSpPr>
          <p:cNvPr id="17" name="Oval 16"/>
          <p:cNvSpPr/>
          <p:nvPr/>
        </p:nvSpPr>
        <p:spPr>
          <a:xfrm>
            <a:off x="8247888" y="3054096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100913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063240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로그 선택·프롬프트 추출</a:t>
            </a:r>
          </a:p>
        </p:txBody>
      </p:sp>
      <p:sp>
        <p:nvSpPr>
          <p:cNvPr id="20" name="Oval 19"/>
          <p:cNvSpPr/>
          <p:nvPr/>
        </p:nvSpPr>
        <p:spPr>
          <a:xfrm>
            <a:off x="8247888" y="3621024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667841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630168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재작업 사슬 분석</a:t>
            </a:r>
          </a:p>
        </p:txBody>
      </p:sp>
      <p:sp>
        <p:nvSpPr>
          <p:cNvPr id="23" name="Oval 22"/>
          <p:cNvSpPr/>
          <p:nvPr/>
        </p:nvSpPr>
        <p:spPr>
          <a:xfrm>
            <a:off x="8247888" y="4187952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4234769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197096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개선 리포트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4754880"/>
            <a:ext cx="292608" cy="292608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4801697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764024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A2226"/>
                </a:solidFill>
                <a:latin typeface="Malgun Gothic"/>
              </a:rPr>
              <a:t>다음 세션에서 재측정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5577840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F7052"/>
                </a:solidFill>
                <a:latin typeface="Malgun Gothic"/>
              </a:rPr>
              <a:t>권장 길이 2~3분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09 /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개인 교정으로 시작해, 팀 규칙으로 끝납니다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A2226"/>
                </a:solidFill>
                <a:latin typeface="Malgun Gothic"/>
              </a:rPr>
              <a:t>넷이 같은 패턴을 발견하면 사람보다 환경을 먼저 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4892040" cy="2606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6D5B"/>
                </a:solidFill>
                <a:latin typeface="Malgun Gothic"/>
              </a:rPr>
              <a:t>개인 리포트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411480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A2226"/>
                </a:solidFill>
                <a:latin typeface="Malgun Gothic"/>
              </a:rPr>
              <a:t>민성  대상 파일을 안 적음
정현  ‘아까 그 파일’이라고 함
현우  ‘그 화면’이라고 함
박진  해당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4892040" cy="2606040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542032"/>
            <a:ext cx="3200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DF8"/>
                </a:solidFill>
                <a:latin typeface="Malgun Gothic"/>
              </a:rPr>
              <a:t>3명에게서 같은 패턴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1148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FFDF8"/>
                </a:solidFill>
                <a:latin typeface="Malgun Gothic"/>
              </a:rPr>
              <a:t>개인의 말버릇인가?
→ 파일이 많고 이름이 비슷한
프로젝트 구조 문제일 수 있다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3493008"/>
            <a:ext cx="704088" cy="0"/>
          </a:xfrm>
          <a:prstGeom prst="line">
            <a:avLst/>
          </a:prstGeom>
          <a:ln w="38100">
            <a:solidFill>
              <a:srgbClr val="186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539496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팀의 다음 액션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394960"/>
            <a:ext cx="8686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경로를 붙여넣기 쉬운 파일트리로 정리하고, 다음 세션에서 되돌림 횟수를 다시 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10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알게 된 점: 좋은 시스템은 ‘하지 않음’도 판단합니다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429000" cy="3611880"/>
          </a:xfrm>
          <a:prstGeom prst="roundRect">
            <a:avLst/>
          </a:prstGeom>
          <a:solidFill>
            <a:srgbClr val="186D5B"/>
          </a:solidFill>
          <a:ln w="12700">
            <a:solidFill>
              <a:srgbClr val="18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5740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4C74B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5176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DF8"/>
                </a:solidFill>
                <a:latin typeface="Malgun Gothic"/>
              </a:rPr>
              <a:t>근거 없는
지적은 만들지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69080"/>
            <a:ext cx="25603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원문 인용이 없으면
패턴으로 쓰지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3611880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205740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65176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DF8"/>
                </a:solidFill>
                <a:latin typeface="Malgun Gothic"/>
              </a:rPr>
              <a:t>개인 리포트는
개인이 선택한다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4069080"/>
            <a:ext cx="2651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신뢰가 있어야
시스템을 계속 돌릴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91640"/>
            <a:ext cx="3429000" cy="3611880"/>
          </a:xfrm>
          <a:prstGeom prst="roundRect">
            <a:avLst/>
          </a:prstGeom>
          <a:solidFill>
            <a:srgbClr val="F4C74B"/>
          </a:solidFill>
          <a:ln w="12700"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05740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5176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A2226"/>
                </a:solidFill>
                <a:latin typeface="Malgun Gothic"/>
              </a:rPr>
              <a:t>읽고 끝내지 말고
다시 측정한다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4069080"/>
            <a:ext cx="2651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조언의 효과는
다음 세션에서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A2226"/>
                </a:solidFill>
                <a:latin typeface="Malgun Gothic"/>
              </a:rPr>
              <a:t>숫자는 단서고, 인용이 근거고, 재측정이 판정이다.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7724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EAE97"/>
                </a:solidFill>
                <a:latin typeface="Malgun Gothic"/>
              </a:rPr>
              <a:t>TEAM B  /  WEEK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394" y="1881710"/>
            <a:ext cx="3735106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8000" b="1" i="0" dirty="0" smtClean="0">
                <a:solidFill>
                  <a:srgbClr val="FFFDF8"/>
                </a:solidFill>
                <a:latin typeface="Malgun Gothic"/>
              </a:rPr>
              <a:t>Q&amp;A</a:t>
            </a:r>
            <a:endParaRPr sz="8000" b="1" i="0" dirty="0">
              <a:solidFill>
                <a:srgbClr val="FFFDF8"/>
              </a:solidFill>
              <a:latin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6384" y="4828032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4C74B"/>
                </a:solidFill>
                <a:latin typeface="Malgun Gothic"/>
              </a:rPr>
              <a:t>/prompt-review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321808"/>
            <a:ext cx="51206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DD6CF"/>
                </a:solidFill>
                <a:latin typeface="Malgun Gothic"/>
              </a:rPr>
              <a:t>내가 AI와 일하는 방식을,
내 로그에서 직접 확인하는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26364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3EAE97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617</Words>
  <Application>Microsoft Office PowerPoint</Application>
  <PresentationFormat>와이드스크린</PresentationFormat>
  <Paragraphs>178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유민성</cp:lastModifiedBy>
  <cp:revision>3</cp:revision>
  <dcterms:created xsi:type="dcterms:W3CDTF">2013-01-27T09:14:16Z</dcterms:created>
  <dcterms:modified xsi:type="dcterms:W3CDTF">2026-08-28T04:39:44Z</dcterms:modified>
  <cp:category/>
</cp:coreProperties>
</file>